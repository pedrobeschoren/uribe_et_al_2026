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60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1277" y="4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3570-AAD0-8570-EFA5-2614FAE9D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76DCB-7D9B-7174-16C4-1490605A3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E1028-875D-E29E-6A55-4A0F43F8E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1E917-8CC3-AA3C-1B14-8528FEC0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3B06B-8773-14E4-081F-FA36FC70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9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181B7-6583-4997-84B6-B22E67C2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27B3C-F261-7403-D20C-B061BA930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BFD66-54DC-49B3-601A-A517DD150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4302B-5B92-4B2C-F092-45962BF1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78D06-466A-5B78-4260-7607D906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3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0F78-F4FB-38AE-5EA1-606162E3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2C321-DDFB-3412-D6A2-85D3EC45A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94839-6508-9040-E65B-0C5AF753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44FFA-2733-6E00-35CF-8F94CF0B6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0A275-4212-7E39-3EFE-336AF361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5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28C0-5A0F-CC65-D931-2FA0BC44E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6FB2B-0D01-E155-B290-9F4CA7EF4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4EFF5-DAFC-41A9-40F8-3BFC63CCD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98F28-83C1-5EFB-DA43-04941498D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248AD-46B9-44A8-5B19-56DF72D1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554A1-7276-8BD5-DBF8-006647D4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4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95E5-3642-A6D1-C842-0EB236446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3B6D8-1C38-DE21-4516-617739162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B70B9-1EA8-1BFA-C097-835B0D88D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CE6E2-F275-103D-934D-DC004346F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6DD9E-0242-8F94-25C1-3937CAE74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6A760B-2511-FAE3-BCB1-E873A147F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580E9-9DE3-26C5-3BA6-10524568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21394-172A-2445-A199-6AE8BA48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1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E8DB-8AD0-489B-0A66-12D33B74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4410C-DF5F-F2E4-CB88-E3A383A29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9D2ED-8E62-415A-2606-47FEAC125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7647D-1091-BF80-0EF3-EB6C40E5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48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103AF-5FEC-75F3-5B0E-10CDCD454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85AB7-20E0-2D5C-7A9A-A6BBEAD2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E7666-D613-D9A3-54FE-E49B9B1C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3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B991-AEF9-25D5-35DA-EDDCB68C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8723C-0D6B-1D3C-B63C-699BC8851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5CDF5-47C5-F4FB-2637-D1A076A13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0BEA2-B518-FA05-B47E-7B90A2B0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E6AE0-399E-F8C7-E40B-9D8A4C2D5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8F903-6EE3-2DCF-3E2C-D5EFAE12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4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09DC-6931-95F8-2D68-C6B8FAB2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535C4-ACB3-32C0-B799-2F482BDA1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4C10B-B7E5-EE97-67F4-BF2033FAA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F8917-CFC0-E03D-FECD-E1F34495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E31E0-811D-37D5-661E-9B9BF570C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2B336-D405-8A0B-C9B6-DAC89937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73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ED90-EAA5-CCD6-DC05-9BFEEFC3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7B9B0-0AB7-76E4-B010-D9F109957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AFF2D-EB92-2356-F9C3-28A65B1D4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377D6-4C85-0890-C01F-434F1E9D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1422E-11EC-6749-6775-AF24CC1C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5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386F6-8C50-AC90-C28F-ABDBAFA29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BDEBD-B01C-7D3F-862E-EBAE3BE85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C2AF9-E44A-00F6-9F89-8B92C94A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52A5F-947A-BA04-1383-4CE4B8BC4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4084B-723F-5B4A-9A9F-9B654767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1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2CC033-7492-6D0D-0902-E44133F47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75AEE-302B-FC02-DB59-9C266206C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273AE-75FD-DEA6-7707-3973F320C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07DE-B148-4A08-BBDC-389809E45D7C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270C3-ECB8-CCA3-34E4-29B894D17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26223-76E0-0AC8-3107-C87934B9C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CD004-7F63-4246-85A3-B0D0A5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B8E681-FB67-894B-432B-144C9E4E3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5" y="0"/>
            <a:ext cx="6408186" cy="56408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9A6410-5FB3-5F1A-AE6F-74B9DA885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898" y="87156"/>
            <a:ext cx="6301119" cy="554661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E1728F-7457-D6E1-3B11-9CCDC3D7D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519226"/>
              </p:ext>
            </p:extLst>
          </p:nvPr>
        </p:nvGraphicFramePr>
        <p:xfrm>
          <a:off x="6375989" y="5700565"/>
          <a:ext cx="4533900" cy="1043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111514073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70894632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2800178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99485541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82231118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52365203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969803682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Stress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0.9289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0.03429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1.2392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*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3282230739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is_tall_plant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1.2096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0.04465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4.8408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***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294670026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Block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0.9777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0.03609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0.9782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***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274313532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Stress:is_tall_plant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0.01801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0.9765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34420175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983103C-EB60-A835-594C-71894A1CB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458246"/>
              </p:ext>
            </p:extLst>
          </p:nvPr>
        </p:nvGraphicFramePr>
        <p:xfrm>
          <a:off x="639800" y="5700565"/>
          <a:ext cx="4735087" cy="1043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441">
                  <a:extLst>
                    <a:ext uri="{9D8B030D-6E8A-4147-A177-3AD203B41FA5}">
                      <a16:colId xmlns:a16="http://schemas.microsoft.com/office/drawing/2014/main" val="354953732"/>
                    </a:ext>
                  </a:extLst>
                </a:gridCol>
                <a:gridCol w="676441">
                  <a:extLst>
                    <a:ext uri="{9D8B030D-6E8A-4147-A177-3AD203B41FA5}">
                      <a16:colId xmlns:a16="http://schemas.microsoft.com/office/drawing/2014/main" val="2511726043"/>
                    </a:ext>
                  </a:extLst>
                </a:gridCol>
                <a:gridCol w="676441">
                  <a:extLst>
                    <a:ext uri="{9D8B030D-6E8A-4147-A177-3AD203B41FA5}">
                      <a16:colId xmlns:a16="http://schemas.microsoft.com/office/drawing/2014/main" val="1750748305"/>
                    </a:ext>
                  </a:extLst>
                </a:gridCol>
                <a:gridCol w="676441">
                  <a:extLst>
                    <a:ext uri="{9D8B030D-6E8A-4147-A177-3AD203B41FA5}">
                      <a16:colId xmlns:a16="http://schemas.microsoft.com/office/drawing/2014/main" val="3089744907"/>
                    </a:ext>
                  </a:extLst>
                </a:gridCol>
                <a:gridCol w="676441">
                  <a:extLst>
                    <a:ext uri="{9D8B030D-6E8A-4147-A177-3AD203B41FA5}">
                      <a16:colId xmlns:a16="http://schemas.microsoft.com/office/drawing/2014/main" val="1219486174"/>
                    </a:ext>
                  </a:extLst>
                </a:gridCol>
                <a:gridCol w="676441">
                  <a:extLst>
                    <a:ext uri="{9D8B030D-6E8A-4147-A177-3AD203B41FA5}">
                      <a16:colId xmlns:a16="http://schemas.microsoft.com/office/drawing/2014/main" val="1050691704"/>
                    </a:ext>
                  </a:extLst>
                </a:gridCol>
                <a:gridCol w="676441">
                  <a:extLst>
                    <a:ext uri="{9D8B030D-6E8A-4147-A177-3AD203B41FA5}">
                      <a16:colId xmlns:a16="http://schemas.microsoft.com/office/drawing/2014/main" val="2018711301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Stress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1.1043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0.04412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1.6441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***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3420240188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is_tall_plant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1.5645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0.0625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6.9878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***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821362087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Block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0.9035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0.03609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1.0088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***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2229192663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Stress:is_tall_plant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0.4144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0.01655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0.9254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319522086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D4B0A9A-8595-DCF5-B74F-139D6D38DBA7}"/>
              </a:ext>
            </a:extLst>
          </p:cNvPr>
          <p:cNvSpPr txBox="1"/>
          <p:nvPr/>
        </p:nvSpPr>
        <p:spPr>
          <a:xfrm>
            <a:off x="4840733" y="5373095"/>
            <a:ext cx="6095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"bray") ~ Stress * </a:t>
            </a:r>
            <a:r>
              <a:rPr lang="en-US" sz="1200" dirty="0" err="1"/>
              <a:t>is_tall_plant</a:t>
            </a:r>
            <a:r>
              <a:rPr lang="en-US" sz="1200" dirty="0"/>
              <a:t> + Block</a:t>
            </a:r>
          </a:p>
        </p:txBody>
      </p:sp>
    </p:spTree>
    <p:extLst>
      <p:ext uri="{BB962C8B-B14F-4D97-AF65-F5344CB8AC3E}">
        <p14:creationId xmlns:p14="http://schemas.microsoft.com/office/powerpoint/2010/main" val="668176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533401"/>
            <a:ext cx="5076825" cy="385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1" y="-2512"/>
            <a:ext cx="378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F5.MeJA, Greenhouse compartment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237" y="3429000"/>
            <a:ext cx="3458951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6" descr="http://127.0.0.1:29650/graphics/ec2a0eac-404b-4f9a-9936-4fb4ba8f73cd.png"/>
          <p:cNvSpPr>
            <a:spLocks noChangeAspect="1" noChangeArrowheads="1"/>
          </p:cNvSpPr>
          <p:nvPr/>
        </p:nvSpPr>
        <p:spPr bwMode="auto">
          <a:xfrm>
            <a:off x="1587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http://127.0.0.1:29650/graphics/ec2a0eac-404b-4f9a-9936-4fb4ba8f73cd.png"/>
          <p:cNvSpPr>
            <a:spLocks noChangeAspect="1" noChangeArrowheads="1"/>
          </p:cNvSpPr>
          <p:nvPr/>
        </p:nvSpPr>
        <p:spPr bwMode="auto">
          <a:xfrm>
            <a:off x="1739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609600"/>
            <a:ext cx="3429000" cy="2606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638801" y="136009"/>
            <a:ext cx="378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Pre-</a:t>
            </a:r>
            <a:r>
              <a:rPr lang="en-US" dirty="0" err="1"/>
              <a:t>plantin</a:t>
            </a:r>
            <a:r>
              <a:rPr lang="en-US" dirty="0"/>
              <a:t> soil, harvest ID</a:t>
            </a: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472" y="3429000"/>
            <a:ext cx="3610919" cy="274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24001" y="6173400"/>
            <a:ext cx="8686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output if setting the core prioritization by greenhouse compartment, </a:t>
            </a:r>
            <a:r>
              <a:rPr lang="en-US" dirty="0" err="1"/>
              <a:t>greenouse</a:t>
            </a:r>
            <a:r>
              <a:rPr lang="en-US" dirty="0"/>
              <a:t> table, or harvest ID, for both F5.MeJA and pre-planting bulk soils. Only 15/44 ASVs in the core of F5.MeJA are not in the core </a:t>
            </a:r>
            <a:r>
              <a:rPr lang="en-US"/>
              <a:t>of pre-planting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64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://127.0.0.1:25563/graphics/a8932c86-faed-4859-9de8-8a0f813d47a4.png"/>
          <p:cNvSpPr>
            <a:spLocks noChangeAspect="1" noChangeArrowheads="1"/>
          </p:cNvSpPr>
          <p:nvPr/>
        </p:nvSpPr>
        <p:spPr bwMode="auto">
          <a:xfrm>
            <a:off x="1587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056" y="15875"/>
            <a:ext cx="5511800" cy="529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8484"/>
            <a:ext cx="3053024" cy="2933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362200" y="579120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 of the cores. This is a very odd distribution. Why would it be so common to have one stress with a much smaller core?</a:t>
            </a:r>
          </a:p>
        </p:txBody>
      </p:sp>
    </p:spTree>
    <p:extLst>
      <p:ext uri="{BB962C8B-B14F-4D97-AF65-F5344CB8AC3E}">
        <p14:creationId xmlns:p14="http://schemas.microsoft.com/office/powerpoint/2010/main" val="321244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://127.0.0.1:25563/graphics/e60a9f00-3186-41a1-a5bf-f72f355e855d.png"/>
          <p:cNvSpPr>
            <a:spLocks noChangeAspect="1" noChangeArrowheads="1"/>
          </p:cNvSpPr>
          <p:nvPr/>
        </p:nvSpPr>
        <p:spPr bwMode="auto">
          <a:xfrm>
            <a:off x="1587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296" y="-16748"/>
            <a:ext cx="4922288" cy="4729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057401" y="4767051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33 per-species cores are defined per stress, we still see this </a:t>
            </a:r>
            <a:r>
              <a:rPr lang="en-US" dirty="0" err="1"/>
              <a:t>strainge</a:t>
            </a:r>
            <a:r>
              <a:rPr lang="en-US" dirty="0"/>
              <a:t> distribution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1" y="130594"/>
            <a:ext cx="3603419" cy="3462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509" y="3733405"/>
            <a:ext cx="2770291" cy="3236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4493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0FC629-DAA9-DE74-0A7D-2F30D1433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5286"/>
            <a:ext cx="5435072" cy="4784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51958B-68D7-F88A-F9AF-3EC74ADF7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189" y="1121229"/>
            <a:ext cx="6585155" cy="579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1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611" y="26796"/>
            <a:ext cx="2827145" cy="2716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5250"/>
            <a:ext cx="5511800" cy="529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33601" y="5620434"/>
            <a:ext cx="82048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removing bulk soil core </a:t>
            </a:r>
            <a:r>
              <a:rPr lang="en-US" dirty="0" err="1"/>
              <a:t>bASVs</a:t>
            </a:r>
            <a:r>
              <a:rPr lang="en-US" dirty="0"/>
              <a:t> we still have an odd distribution to core size</a:t>
            </a:r>
          </a:p>
          <a:p>
            <a:r>
              <a:rPr lang="en-US" dirty="0"/>
              <a:t>If we remove pre-planting and per-speed bulk soil cores, we still have this distribution</a:t>
            </a:r>
          </a:p>
          <a:p>
            <a:r>
              <a:rPr lang="en-US" dirty="0"/>
              <a:t>If we prioritize by greenhouse table instead, we have the same results</a:t>
            </a:r>
          </a:p>
        </p:txBody>
      </p:sp>
      <p:sp>
        <p:nvSpPr>
          <p:cNvPr id="5" name="AutoShape 5" descr="http://127.0.0.1:25563/graphics/plot_zoom_png?width=1920&amp;height=998"/>
          <p:cNvSpPr>
            <a:spLocks noChangeAspect="1" noChangeArrowheads="1"/>
          </p:cNvSpPr>
          <p:nvPr/>
        </p:nvSpPr>
        <p:spPr bwMode="auto">
          <a:xfrm>
            <a:off x="1587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852" y="3200400"/>
            <a:ext cx="3733800" cy="1940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5368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://127.0.0.1:25563/graphics/aa369e12-5321-4394-a01a-802682fae5cb.png"/>
          <p:cNvSpPr>
            <a:spLocks noChangeAspect="1" noChangeArrowheads="1"/>
          </p:cNvSpPr>
          <p:nvPr/>
        </p:nvSpPr>
        <p:spPr bwMode="auto">
          <a:xfrm>
            <a:off x="1587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0"/>
            <a:ext cx="5511800" cy="529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65300" y="5289201"/>
            <a:ext cx="8826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remove bulk soil core </a:t>
            </a:r>
            <a:r>
              <a:rPr lang="en-US" dirty="0" err="1"/>
              <a:t>bASVs</a:t>
            </a:r>
            <a:r>
              <a:rPr lang="en-US" dirty="0"/>
              <a:t> on the 33 </a:t>
            </a:r>
            <a:r>
              <a:rPr lang="en-US" dirty="0" err="1"/>
              <a:t>spe</a:t>
            </a:r>
            <a:r>
              <a:rPr lang="en-US" dirty="0"/>
              <a:t> split, we still see the odd distribution. How to explain at, that goes from ~7 core </a:t>
            </a:r>
            <a:r>
              <a:rPr lang="en-US" dirty="0" err="1"/>
              <a:t>asvs</a:t>
            </a:r>
            <a:r>
              <a:rPr lang="en-US" dirty="0"/>
              <a:t> to ~500?</a:t>
            </a:r>
          </a:p>
          <a:p>
            <a:endParaRPr lang="en-US" dirty="0"/>
          </a:p>
          <a:p>
            <a:r>
              <a:rPr lang="en-US" dirty="0"/>
              <a:t>Something is either too random or just plain wrong. Maybe the method is really sensible to rarefaction or high diversity?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1820"/>
            <a:ext cx="3059836" cy="2939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0690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788CA1-E3D7-9750-B725-FD0FAE284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331925"/>
              </p:ext>
            </p:extLst>
          </p:nvPr>
        </p:nvGraphicFramePr>
        <p:xfrm>
          <a:off x="0" y="-68262"/>
          <a:ext cx="12192000" cy="6926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178">
                  <a:extLst>
                    <a:ext uri="{9D8B030D-6E8A-4147-A177-3AD203B41FA5}">
                      <a16:colId xmlns:a16="http://schemas.microsoft.com/office/drawing/2014/main" val="2460100816"/>
                    </a:ext>
                  </a:extLst>
                </a:gridCol>
                <a:gridCol w="796242">
                  <a:extLst>
                    <a:ext uri="{9D8B030D-6E8A-4147-A177-3AD203B41FA5}">
                      <a16:colId xmlns:a16="http://schemas.microsoft.com/office/drawing/2014/main" val="3551305074"/>
                    </a:ext>
                  </a:extLst>
                </a:gridCol>
                <a:gridCol w="416384">
                  <a:extLst>
                    <a:ext uri="{9D8B030D-6E8A-4147-A177-3AD203B41FA5}">
                      <a16:colId xmlns:a16="http://schemas.microsoft.com/office/drawing/2014/main" val="1616721410"/>
                    </a:ext>
                  </a:extLst>
                </a:gridCol>
                <a:gridCol w="1548654">
                  <a:extLst>
                    <a:ext uri="{9D8B030D-6E8A-4147-A177-3AD203B41FA5}">
                      <a16:colId xmlns:a16="http://schemas.microsoft.com/office/drawing/2014/main" val="3006913716"/>
                    </a:ext>
                  </a:extLst>
                </a:gridCol>
                <a:gridCol w="1490214">
                  <a:extLst>
                    <a:ext uri="{9D8B030D-6E8A-4147-A177-3AD203B41FA5}">
                      <a16:colId xmlns:a16="http://schemas.microsoft.com/office/drawing/2014/main" val="71553201"/>
                    </a:ext>
                  </a:extLst>
                </a:gridCol>
                <a:gridCol w="1059221">
                  <a:extLst>
                    <a:ext uri="{9D8B030D-6E8A-4147-A177-3AD203B41FA5}">
                      <a16:colId xmlns:a16="http://schemas.microsoft.com/office/drawing/2014/main" val="3502524322"/>
                    </a:ext>
                  </a:extLst>
                </a:gridCol>
                <a:gridCol w="818156">
                  <a:extLst>
                    <a:ext uri="{9D8B030D-6E8A-4147-A177-3AD203B41FA5}">
                      <a16:colId xmlns:a16="http://schemas.microsoft.com/office/drawing/2014/main" val="874597877"/>
                    </a:ext>
                  </a:extLst>
                </a:gridCol>
                <a:gridCol w="1256456">
                  <a:extLst>
                    <a:ext uri="{9D8B030D-6E8A-4147-A177-3AD203B41FA5}">
                      <a16:colId xmlns:a16="http://schemas.microsoft.com/office/drawing/2014/main" val="2063899772"/>
                    </a:ext>
                  </a:extLst>
                </a:gridCol>
                <a:gridCol w="686668">
                  <a:extLst>
                    <a:ext uri="{9D8B030D-6E8A-4147-A177-3AD203B41FA5}">
                      <a16:colId xmlns:a16="http://schemas.microsoft.com/office/drawing/2014/main" val="3616449816"/>
                    </a:ext>
                  </a:extLst>
                </a:gridCol>
                <a:gridCol w="810852">
                  <a:extLst>
                    <a:ext uri="{9D8B030D-6E8A-4147-A177-3AD203B41FA5}">
                      <a16:colId xmlns:a16="http://schemas.microsoft.com/office/drawing/2014/main" val="1924923969"/>
                    </a:ext>
                  </a:extLst>
                </a:gridCol>
                <a:gridCol w="810852">
                  <a:extLst>
                    <a:ext uri="{9D8B030D-6E8A-4147-A177-3AD203B41FA5}">
                      <a16:colId xmlns:a16="http://schemas.microsoft.com/office/drawing/2014/main" val="827173496"/>
                    </a:ext>
                  </a:extLst>
                </a:gridCol>
                <a:gridCol w="1132271">
                  <a:extLst>
                    <a:ext uri="{9D8B030D-6E8A-4147-A177-3AD203B41FA5}">
                      <a16:colId xmlns:a16="http://schemas.microsoft.com/office/drawing/2014/main" val="1275548238"/>
                    </a:ext>
                  </a:extLst>
                </a:gridCol>
                <a:gridCol w="810852">
                  <a:extLst>
                    <a:ext uri="{9D8B030D-6E8A-4147-A177-3AD203B41FA5}">
                      <a16:colId xmlns:a16="http://schemas.microsoft.com/office/drawing/2014/main" val="235991602"/>
                    </a:ext>
                  </a:extLst>
                </a:gridCol>
              </a:tblGrid>
              <a:tr h="6287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normalization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Data Paritions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Bac or Fun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Number of input OTUs per data partition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 number of samples per data partition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predicting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aver. N predictors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total unique ASVs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Acurracy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 trees boruta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time boruta 6 cores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time corss validation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2800932126"/>
                  </a:ext>
                </a:extLst>
              </a:tr>
              <a:tr h="4199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33 sp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Bac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16225 ± 3613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18,96±12,02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0,803±0,098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0,705±0,148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70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33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3377638214"/>
                  </a:ext>
                </a:extLst>
              </a:tr>
              <a:tr h="4199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33 sp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Fun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723 ± 152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9,4±3,8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0,715±0,102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0,571±0,151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~20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18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2483381166"/>
                  </a:ext>
                </a:extLst>
              </a:tr>
              <a:tr h="6287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 lineages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Bac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48487 / 60033 / 18232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442 / 750 / 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31/42/3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70 (exluding lineage) III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0,603/0,562/0,617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0,405/0,343/0,42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51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3924500668"/>
                  </a:ext>
                </a:extLst>
              </a:tr>
              <a:tr h="6287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 lineages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Fun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1752 / 2371 / 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422 / 715 / 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27/14/11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39 (exluding lineage) III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0,589/0,486/0,783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0,382/0,230/0,680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1,5h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26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3708151944"/>
                  </a:ext>
                </a:extLst>
              </a:tr>
              <a:tr h="4199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full data, no parition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Bac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69652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1519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6h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70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703453977"/>
                  </a:ext>
                </a:extLst>
              </a:tr>
              <a:tr h="4199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full data, no parition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Fun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2650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1476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8h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3102336692"/>
                  </a:ext>
                </a:extLst>
              </a:tr>
              <a:tr h="4199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33 sp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Bac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16225 ± 3613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18,84±12,6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0,800±0,098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0,699±0,147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15k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28h (8cores)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44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1513796957"/>
                  </a:ext>
                </a:extLst>
              </a:tr>
              <a:tr h="4199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33 sp, no bulk ASVs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Bac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15884 ± 3607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16,27±10,1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0,780±0,102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0,699±0,153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15k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28h (8cores)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44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528855298"/>
                  </a:ext>
                </a:extLst>
              </a:tr>
              <a:tr h="211195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351492223"/>
                  </a:ext>
                </a:extLst>
              </a:tr>
              <a:tr h="211195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2259236874"/>
                  </a:ext>
                </a:extLst>
              </a:tr>
              <a:tr h="4199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Rarafied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33 sp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Bac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15,9+-9,8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0,780+-0,104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0,669+-0,156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1,6h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22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328610669"/>
                  </a:ext>
                </a:extLst>
              </a:tr>
              <a:tr h="4199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Rarafied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33 sp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Fun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6,1+-2,4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0,628+-0,080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0,438+-0,120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~30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15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3785422737"/>
                  </a:ext>
                </a:extLst>
              </a:tr>
              <a:tr h="6287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Rarafied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 lineages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Bac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25/33/3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55 (exluding lineage) III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0,581/0,531/0,568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0,371/0,297/0,350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2.5h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45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1022512731"/>
                  </a:ext>
                </a:extLst>
              </a:tr>
              <a:tr h="6287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Rarafied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 lineages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Fun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9/13/9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20 (exluding lineage) III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0,490/0,466/0,694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0,238/0,200/0,542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40 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20 min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00" marR="2100" marT="2100" marB="0" anchor="ctr"/>
                </a:tc>
                <a:extLst>
                  <a:ext uri="{0D108BD9-81ED-4DB2-BD59-A6C34878D82A}">
                    <a16:rowId xmlns:a16="http://schemas.microsoft.com/office/drawing/2014/main" val="1772226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099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7CD5-721F-1CA0-DC0D-AA13388B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D8EBB-860F-4289-0AC3-DE49E242E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637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572</Words>
  <Application>Microsoft Office PowerPoint</Application>
  <PresentationFormat>Widescreen</PresentationFormat>
  <Paragraphs>223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 BC</dc:creator>
  <cp:lastModifiedBy>P BC</cp:lastModifiedBy>
  <cp:revision>5</cp:revision>
  <dcterms:created xsi:type="dcterms:W3CDTF">2022-09-29T05:54:21Z</dcterms:created>
  <dcterms:modified xsi:type="dcterms:W3CDTF">2022-09-29T10:42:40Z</dcterms:modified>
</cp:coreProperties>
</file>