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1" r:id="rId7"/>
    <p:sldId id="262" r:id="rId8"/>
    <p:sldId id="263" r:id="rId9"/>
    <p:sldId id="259" r:id="rId10"/>
    <p:sldId id="258" r:id="rId11"/>
    <p:sldId id="265" r:id="rId12"/>
    <p:sldId id="266" r:id="rId13"/>
    <p:sldId id="267" r:id="rId14"/>
    <p:sldId id="269" r:id="rId15"/>
    <p:sldId id="270" r:id="rId1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FAC5"/>
    <a:srgbClr val="FF7C80"/>
    <a:srgbClr val="FFFF00"/>
    <a:srgbClr val="33BB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EB3493-B084-4F2A-9004-E2F582AF1F2C}" v="17" dt="2021-05-10T13:47:08.0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80" d="100"/>
          <a:sy n="80" d="100"/>
        </p:scale>
        <p:origin x="784" y="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gon Gomez, Marcela" userId="6228d193-a3a6-4b12-b64d-eb0a627e23c0" providerId="ADAL" clId="{11EB3493-B084-4F2A-9004-E2F582AF1F2C}"/>
    <pc:docChg chg="custSel addSld modSld">
      <pc:chgData name="Aragon Gomez, Marcela" userId="6228d193-a3a6-4b12-b64d-eb0a627e23c0" providerId="ADAL" clId="{11EB3493-B084-4F2A-9004-E2F582AF1F2C}" dt="2021-05-10T14:00:18.766" v="389" actId="20577"/>
      <pc:docMkLst>
        <pc:docMk/>
      </pc:docMkLst>
      <pc:sldChg chg="addSp delSp modSp">
        <pc:chgData name="Aragon Gomez, Marcela" userId="6228d193-a3a6-4b12-b64d-eb0a627e23c0" providerId="ADAL" clId="{11EB3493-B084-4F2A-9004-E2F582AF1F2C}" dt="2021-05-10T12:43:12.929" v="24" actId="1076"/>
        <pc:sldMkLst>
          <pc:docMk/>
          <pc:sldMk cId="473000298" sldId="257"/>
        </pc:sldMkLst>
        <pc:spChg chg="mod">
          <ac:chgData name="Aragon Gomez, Marcela" userId="6228d193-a3a6-4b12-b64d-eb0a627e23c0" providerId="ADAL" clId="{11EB3493-B084-4F2A-9004-E2F582AF1F2C}" dt="2021-05-10T12:40:14.481" v="8" actId="164"/>
          <ac:spMkLst>
            <pc:docMk/>
            <pc:sldMk cId="473000298" sldId="257"/>
            <ac:spMk id="2" creationId="{F978C605-2380-40A4-B1D9-7E405270943F}"/>
          </ac:spMkLst>
        </pc:spChg>
        <pc:spChg chg="mod">
          <ac:chgData name="Aragon Gomez, Marcela" userId="6228d193-a3a6-4b12-b64d-eb0a627e23c0" providerId="ADAL" clId="{11EB3493-B084-4F2A-9004-E2F582AF1F2C}" dt="2021-05-10T12:40:14.481" v="8" actId="164"/>
          <ac:spMkLst>
            <pc:docMk/>
            <pc:sldMk cId="473000298" sldId="257"/>
            <ac:spMk id="3" creationId="{43F35A53-F272-47B6-A74A-2F33FD2EF44E}"/>
          </ac:spMkLst>
        </pc:spChg>
        <pc:spChg chg="mod">
          <ac:chgData name="Aragon Gomez, Marcela" userId="6228d193-a3a6-4b12-b64d-eb0a627e23c0" providerId="ADAL" clId="{11EB3493-B084-4F2A-9004-E2F582AF1F2C}" dt="2021-05-10T12:40:14.481" v="8" actId="164"/>
          <ac:spMkLst>
            <pc:docMk/>
            <pc:sldMk cId="473000298" sldId="257"/>
            <ac:spMk id="4" creationId="{D56381E8-90DD-4016-9195-4099C63D702C}"/>
          </ac:spMkLst>
        </pc:spChg>
        <pc:spChg chg="mod">
          <ac:chgData name="Aragon Gomez, Marcela" userId="6228d193-a3a6-4b12-b64d-eb0a627e23c0" providerId="ADAL" clId="{11EB3493-B084-4F2A-9004-E2F582AF1F2C}" dt="2021-05-10T12:40:14.481" v="8" actId="164"/>
          <ac:spMkLst>
            <pc:docMk/>
            <pc:sldMk cId="473000298" sldId="257"/>
            <ac:spMk id="5" creationId="{47B32CAC-2F05-4889-874F-780476BA7E61}"/>
          </ac:spMkLst>
        </pc:spChg>
        <pc:spChg chg="mod">
          <ac:chgData name="Aragon Gomez, Marcela" userId="6228d193-a3a6-4b12-b64d-eb0a627e23c0" providerId="ADAL" clId="{11EB3493-B084-4F2A-9004-E2F582AF1F2C}" dt="2021-05-10T12:37:33.519" v="7" actId="164"/>
          <ac:spMkLst>
            <pc:docMk/>
            <pc:sldMk cId="473000298" sldId="257"/>
            <ac:spMk id="6" creationId="{24B58157-3B05-480B-9528-4E696414F7B4}"/>
          </ac:spMkLst>
        </pc:spChg>
        <pc:spChg chg="mod">
          <ac:chgData name="Aragon Gomez, Marcela" userId="6228d193-a3a6-4b12-b64d-eb0a627e23c0" providerId="ADAL" clId="{11EB3493-B084-4F2A-9004-E2F582AF1F2C}" dt="2021-05-10T12:37:33.519" v="7" actId="164"/>
          <ac:spMkLst>
            <pc:docMk/>
            <pc:sldMk cId="473000298" sldId="257"/>
            <ac:spMk id="7" creationId="{597965BA-FB53-442F-9FD4-1BA21DC41AD1}"/>
          </ac:spMkLst>
        </pc:spChg>
        <pc:spChg chg="mod">
          <ac:chgData name="Aragon Gomez, Marcela" userId="6228d193-a3a6-4b12-b64d-eb0a627e23c0" providerId="ADAL" clId="{11EB3493-B084-4F2A-9004-E2F582AF1F2C}" dt="2021-05-10T12:37:33.519" v="7" actId="164"/>
          <ac:spMkLst>
            <pc:docMk/>
            <pc:sldMk cId="473000298" sldId="257"/>
            <ac:spMk id="8" creationId="{DEC456BE-CEB6-4072-BF64-051E78BE082E}"/>
          </ac:spMkLst>
        </pc:spChg>
        <pc:spChg chg="mod">
          <ac:chgData name="Aragon Gomez, Marcela" userId="6228d193-a3a6-4b12-b64d-eb0a627e23c0" providerId="ADAL" clId="{11EB3493-B084-4F2A-9004-E2F582AF1F2C}" dt="2021-05-10T12:37:33.519" v="7" actId="164"/>
          <ac:spMkLst>
            <pc:docMk/>
            <pc:sldMk cId="473000298" sldId="257"/>
            <ac:spMk id="9" creationId="{3078ADE3-9A22-4806-B74C-A96C7DDBCD4C}"/>
          </ac:spMkLst>
        </pc:spChg>
        <pc:spChg chg="mod">
          <ac:chgData name="Aragon Gomez, Marcela" userId="6228d193-a3a6-4b12-b64d-eb0a627e23c0" providerId="ADAL" clId="{11EB3493-B084-4F2A-9004-E2F582AF1F2C}" dt="2021-05-10T12:40:14.481" v="8" actId="164"/>
          <ac:spMkLst>
            <pc:docMk/>
            <pc:sldMk cId="473000298" sldId="257"/>
            <ac:spMk id="10" creationId="{67ABFE9B-3B50-4D72-9EFE-C68F7A24CF4B}"/>
          </ac:spMkLst>
        </pc:spChg>
        <pc:spChg chg="mod">
          <ac:chgData name="Aragon Gomez, Marcela" userId="6228d193-a3a6-4b12-b64d-eb0a627e23c0" providerId="ADAL" clId="{11EB3493-B084-4F2A-9004-E2F582AF1F2C}" dt="2021-05-10T12:37:33.519" v="7" actId="164"/>
          <ac:spMkLst>
            <pc:docMk/>
            <pc:sldMk cId="473000298" sldId="257"/>
            <ac:spMk id="11" creationId="{946595D9-545D-4303-B5BF-5F0D656AABFC}"/>
          </ac:spMkLst>
        </pc:spChg>
        <pc:spChg chg="mod">
          <ac:chgData name="Aragon Gomez, Marcela" userId="6228d193-a3a6-4b12-b64d-eb0a627e23c0" providerId="ADAL" clId="{11EB3493-B084-4F2A-9004-E2F582AF1F2C}" dt="2021-05-10T12:43:08.233" v="23" actId="1076"/>
          <ac:spMkLst>
            <pc:docMk/>
            <pc:sldMk cId="473000298" sldId="257"/>
            <ac:spMk id="16" creationId="{C8AC44B0-7DDE-4B7B-A6C5-7D8CFBBBC4DB}"/>
          </ac:spMkLst>
        </pc:spChg>
        <pc:spChg chg="mod">
          <ac:chgData name="Aragon Gomez, Marcela" userId="6228d193-a3a6-4b12-b64d-eb0a627e23c0" providerId="ADAL" clId="{11EB3493-B084-4F2A-9004-E2F582AF1F2C}" dt="2021-05-10T12:42:49.442" v="16" actId="20577"/>
          <ac:spMkLst>
            <pc:docMk/>
            <pc:sldMk cId="473000298" sldId="257"/>
            <ac:spMk id="17" creationId="{704F9CDB-F342-4FB3-801E-4DFA9E6139D6}"/>
          </ac:spMkLst>
        </pc:spChg>
        <pc:spChg chg="del">
          <ac:chgData name="Aragon Gomez, Marcela" userId="6228d193-a3a6-4b12-b64d-eb0a627e23c0" providerId="ADAL" clId="{11EB3493-B084-4F2A-9004-E2F582AF1F2C}" dt="2021-05-10T12:42:51.371" v="17" actId="478"/>
          <ac:spMkLst>
            <pc:docMk/>
            <pc:sldMk cId="473000298" sldId="257"/>
            <ac:spMk id="18" creationId="{7F23E58D-209A-4260-9C59-393692045221}"/>
          </ac:spMkLst>
        </pc:spChg>
        <pc:spChg chg="mod">
          <ac:chgData name="Aragon Gomez, Marcela" userId="6228d193-a3a6-4b12-b64d-eb0a627e23c0" providerId="ADAL" clId="{11EB3493-B084-4F2A-9004-E2F582AF1F2C}" dt="2021-05-10T12:43:12.929" v="24" actId="1076"/>
          <ac:spMkLst>
            <pc:docMk/>
            <pc:sldMk cId="473000298" sldId="257"/>
            <ac:spMk id="19" creationId="{9111C367-3300-41C4-B754-E9B959FD3FFA}"/>
          </ac:spMkLst>
        </pc:spChg>
        <pc:grpChg chg="add mod">
          <ac:chgData name="Aragon Gomez, Marcela" userId="6228d193-a3a6-4b12-b64d-eb0a627e23c0" providerId="ADAL" clId="{11EB3493-B084-4F2A-9004-E2F582AF1F2C}" dt="2021-05-10T12:42:39.768" v="10" actId="1076"/>
          <ac:grpSpMkLst>
            <pc:docMk/>
            <pc:sldMk cId="473000298" sldId="257"/>
            <ac:grpSpMk id="12" creationId="{20D8D29E-0826-4DCB-825D-4D4626214C79}"/>
          </ac:grpSpMkLst>
        </pc:grpChg>
        <pc:grpChg chg="add mod">
          <ac:chgData name="Aragon Gomez, Marcela" userId="6228d193-a3a6-4b12-b64d-eb0a627e23c0" providerId="ADAL" clId="{11EB3493-B084-4F2A-9004-E2F582AF1F2C}" dt="2021-05-10T12:42:36.872" v="9" actId="1076"/>
          <ac:grpSpMkLst>
            <pc:docMk/>
            <pc:sldMk cId="473000298" sldId="257"/>
            <ac:grpSpMk id="13" creationId="{607EB139-EBB5-4A9C-9B10-3EE4858F0766}"/>
          </ac:grpSpMkLst>
        </pc:grpChg>
        <pc:grpChg chg="add mod">
          <ac:chgData name="Aragon Gomez, Marcela" userId="6228d193-a3a6-4b12-b64d-eb0a627e23c0" providerId="ADAL" clId="{11EB3493-B084-4F2A-9004-E2F582AF1F2C}" dt="2021-05-10T12:42:44.096" v="12" actId="1076"/>
          <ac:grpSpMkLst>
            <pc:docMk/>
            <pc:sldMk cId="473000298" sldId="257"/>
            <ac:grpSpMk id="14" creationId="{E25C5B77-8E69-436F-8B8C-DB5FAEAB8C97}"/>
          </ac:grpSpMkLst>
        </pc:grpChg>
      </pc:sldChg>
      <pc:sldChg chg="modSp">
        <pc:chgData name="Aragon Gomez, Marcela" userId="6228d193-a3a6-4b12-b64d-eb0a627e23c0" providerId="ADAL" clId="{11EB3493-B084-4F2A-9004-E2F582AF1F2C}" dt="2021-05-10T12:54:19.730" v="41" actId="1076"/>
        <pc:sldMkLst>
          <pc:docMk/>
          <pc:sldMk cId="3231609251" sldId="261"/>
        </pc:sldMkLst>
        <pc:spChg chg="mod">
          <ac:chgData name="Aragon Gomez, Marcela" userId="6228d193-a3a6-4b12-b64d-eb0a627e23c0" providerId="ADAL" clId="{11EB3493-B084-4F2A-9004-E2F582AF1F2C}" dt="2021-05-10T12:53:06.345" v="25" actId="1076"/>
          <ac:spMkLst>
            <pc:docMk/>
            <pc:sldMk cId="3231609251" sldId="261"/>
            <ac:spMk id="16" creationId="{00000000-0000-0000-0000-000000000000}"/>
          </ac:spMkLst>
        </pc:spChg>
        <pc:spChg chg="mod">
          <ac:chgData name="Aragon Gomez, Marcela" userId="6228d193-a3a6-4b12-b64d-eb0a627e23c0" providerId="ADAL" clId="{11EB3493-B084-4F2A-9004-E2F582AF1F2C}" dt="2021-05-10T12:53:27.953" v="29" actId="14100"/>
          <ac:spMkLst>
            <pc:docMk/>
            <pc:sldMk cId="3231609251" sldId="261"/>
            <ac:spMk id="17" creationId="{5C2C34AC-43CF-4198-8E66-DD21609444E0}"/>
          </ac:spMkLst>
        </pc:spChg>
        <pc:spChg chg="mod">
          <ac:chgData name="Aragon Gomez, Marcela" userId="6228d193-a3a6-4b12-b64d-eb0a627e23c0" providerId="ADAL" clId="{11EB3493-B084-4F2A-9004-E2F582AF1F2C}" dt="2021-05-10T12:53:37.044" v="31" actId="14100"/>
          <ac:spMkLst>
            <pc:docMk/>
            <pc:sldMk cId="3231609251" sldId="261"/>
            <ac:spMk id="18" creationId="{1E5FB722-ED6D-4ADA-B335-156420712AB1}"/>
          </ac:spMkLst>
        </pc:spChg>
        <pc:spChg chg="mod">
          <ac:chgData name="Aragon Gomez, Marcela" userId="6228d193-a3a6-4b12-b64d-eb0a627e23c0" providerId="ADAL" clId="{11EB3493-B084-4F2A-9004-E2F582AF1F2C}" dt="2021-05-10T12:54:19.730" v="41" actId="1076"/>
          <ac:spMkLst>
            <pc:docMk/>
            <pc:sldMk cId="3231609251" sldId="261"/>
            <ac:spMk id="21" creationId="{8AE26632-E6EE-4B98-A341-ADB5579FCE20}"/>
          </ac:spMkLst>
        </pc:spChg>
        <pc:spChg chg="mod">
          <ac:chgData name="Aragon Gomez, Marcela" userId="6228d193-a3a6-4b12-b64d-eb0a627e23c0" providerId="ADAL" clId="{11EB3493-B084-4F2A-9004-E2F582AF1F2C}" dt="2021-05-10T12:54:04.842" v="37" actId="1076"/>
          <ac:spMkLst>
            <pc:docMk/>
            <pc:sldMk cId="3231609251" sldId="261"/>
            <ac:spMk id="22" creationId="{63DD1A60-7E7E-4546-A4AD-C506AE3A5491}"/>
          </ac:spMkLst>
        </pc:spChg>
        <pc:spChg chg="mod ord">
          <ac:chgData name="Aragon Gomez, Marcela" userId="6228d193-a3a6-4b12-b64d-eb0a627e23c0" providerId="ADAL" clId="{11EB3493-B084-4F2A-9004-E2F582AF1F2C}" dt="2021-05-10T12:53:54.074" v="33" actId="1076"/>
          <ac:spMkLst>
            <pc:docMk/>
            <pc:sldMk cId="3231609251" sldId="261"/>
            <ac:spMk id="23" creationId="{00000000-0000-0000-0000-000000000000}"/>
          </ac:spMkLst>
        </pc:spChg>
        <pc:spChg chg="mod">
          <ac:chgData name="Aragon Gomez, Marcela" userId="6228d193-a3a6-4b12-b64d-eb0a627e23c0" providerId="ADAL" clId="{11EB3493-B084-4F2A-9004-E2F582AF1F2C}" dt="2021-05-10T12:54:16.930" v="40" actId="1076"/>
          <ac:spMkLst>
            <pc:docMk/>
            <pc:sldMk cId="3231609251" sldId="261"/>
            <ac:spMk id="24" creationId="{8AE26632-E6EE-4B98-A341-ADB5579FCE20}"/>
          </ac:spMkLst>
        </pc:spChg>
        <pc:grpChg chg="mod">
          <ac:chgData name="Aragon Gomez, Marcela" userId="6228d193-a3a6-4b12-b64d-eb0a627e23c0" providerId="ADAL" clId="{11EB3493-B084-4F2A-9004-E2F582AF1F2C}" dt="2021-05-10T12:53:23.506" v="28" actId="1076"/>
          <ac:grpSpMkLst>
            <pc:docMk/>
            <pc:sldMk cId="3231609251" sldId="261"/>
            <ac:grpSpMk id="10" creationId="{00000000-0000-0000-0000-000000000000}"/>
          </ac:grpSpMkLst>
        </pc:grpChg>
      </pc:sldChg>
      <pc:sldChg chg="addSp delSp modSp add">
        <pc:chgData name="Aragon Gomez, Marcela" userId="6228d193-a3a6-4b12-b64d-eb0a627e23c0" providerId="ADAL" clId="{11EB3493-B084-4F2A-9004-E2F582AF1F2C}" dt="2021-05-10T14:00:18.766" v="389" actId="20577"/>
        <pc:sldMkLst>
          <pc:docMk/>
          <pc:sldMk cId="3205654557" sldId="263"/>
        </pc:sldMkLst>
        <pc:spChg chg="add 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6" creationId="{553498EA-053B-44E0-9F7A-416618E05EA7}"/>
          </ac:spMkLst>
        </pc:spChg>
        <pc:spChg chg="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12" creationId="{00000000-0000-0000-0000-000000000000}"/>
          </ac:spMkLst>
        </pc:spChg>
        <pc:spChg chg="del">
          <ac:chgData name="Aragon Gomez, Marcela" userId="6228d193-a3a6-4b12-b64d-eb0a627e23c0" providerId="ADAL" clId="{11EB3493-B084-4F2A-9004-E2F582AF1F2C}" dt="2021-05-10T13:26:57.981" v="43" actId="478"/>
          <ac:spMkLst>
            <pc:docMk/>
            <pc:sldMk cId="3205654557" sldId="263"/>
            <ac:spMk id="13" creationId="{00000000-0000-0000-0000-000000000000}"/>
          </ac:spMkLst>
        </pc:spChg>
        <pc:spChg chg="mod">
          <ac:chgData name="Aragon Gomez, Marcela" userId="6228d193-a3a6-4b12-b64d-eb0a627e23c0" providerId="ADAL" clId="{11EB3493-B084-4F2A-9004-E2F582AF1F2C}" dt="2021-05-10T13:39:01.321" v="361" actId="122"/>
          <ac:spMkLst>
            <pc:docMk/>
            <pc:sldMk cId="3205654557" sldId="263"/>
            <ac:spMk id="19" creationId="{63DD1A60-7E7E-4546-A4AD-C506AE3A5491}"/>
          </ac:spMkLst>
        </pc:spChg>
        <pc:spChg chg="mod">
          <ac:chgData name="Aragon Gomez, Marcela" userId="6228d193-a3a6-4b12-b64d-eb0a627e23c0" providerId="ADAL" clId="{11EB3493-B084-4F2A-9004-E2F582AF1F2C}" dt="2021-05-10T14:00:18.766" v="389" actId="20577"/>
          <ac:spMkLst>
            <pc:docMk/>
            <pc:sldMk cId="3205654557" sldId="263"/>
            <ac:spMk id="20" creationId="{F405FF3D-EE74-448F-90E6-86318C8F457B}"/>
          </ac:spMkLst>
        </pc:spChg>
        <pc:spChg chg="mod">
          <ac:chgData name="Aragon Gomez, Marcela" userId="6228d193-a3a6-4b12-b64d-eb0a627e23c0" providerId="ADAL" clId="{11EB3493-B084-4F2A-9004-E2F582AF1F2C}" dt="2021-05-10T14:00:07.035" v="387" actId="20577"/>
          <ac:spMkLst>
            <pc:docMk/>
            <pc:sldMk cId="3205654557" sldId="263"/>
            <ac:spMk id="21" creationId="{8AE26632-E6EE-4B98-A341-ADB5579FCE20}"/>
          </ac:spMkLst>
        </pc:spChg>
        <pc:spChg chg="mod">
          <ac:chgData name="Aragon Gomez, Marcela" userId="6228d193-a3a6-4b12-b64d-eb0a627e23c0" providerId="ADAL" clId="{11EB3493-B084-4F2A-9004-E2F582AF1F2C}" dt="2021-05-10T13:38:47.607" v="355" actId="1076"/>
          <ac:spMkLst>
            <pc:docMk/>
            <pc:sldMk cId="3205654557" sldId="263"/>
            <ac:spMk id="22" creationId="{63DD1A60-7E7E-4546-A4AD-C506AE3A5491}"/>
          </ac:spMkLst>
        </pc:spChg>
        <pc:spChg chg="mod">
          <ac:chgData name="Aragon Gomez, Marcela" userId="6228d193-a3a6-4b12-b64d-eb0a627e23c0" providerId="ADAL" clId="{11EB3493-B084-4F2A-9004-E2F582AF1F2C}" dt="2021-05-10T13:27:07.049" v="45" actId="14100"/>
          <ac:spMkLst>
            <pc:docMk/>
            <pc:sldMk cId="3205654557" sldId="263"/>
            <ac:spMk id="23" creationId="{00000000-0000-0000-0000-000000000000}"/>
          </ac:spMkLst>
        </pc:spChg>
        <pc:spChg chg="mod">
          <ac:chgData name="Aragon Gomez, Marcela" userId="6228d193-a3a6-4b12-b64d-eb0a627e23c0" providerId="ADAL" clId="{11EB3493-B084-4F2A-9004-E2F582AF1F2C}" dt="2021-05-10T13:46:30.113" v="372" actId="1076"/>
          <ac:spMkLst>
            <pc:docMk/>
            <pc:sldMk cId="3205654557" sldId="263"/>
            <ac:spMk id="24" creationId="{8AE26632-E6EE-4B98-A341-ADB5579FCE20}"/>
          </ac:spMkLst>
        </pc:spChg>
        <pc:spChg chg="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25" creationId="{538FA873-437A-4784-816D-23FFA18DD2D1}"/>
          </ac:spMkLst>
        </pc:spChg>
        <pc:spChg chg="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26" creationId="{00000000-0000-0000-0000-000000000000}"/>
          </ac:spMkLst>
        </pc:spChg>
        <pc:spChg chg="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27" creationId="{00000000-0000-0000-0000-000000000000}"/>
          </ac:spMkLst>
        </pc:spChg>
        <pc:spChg chg="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28" creationId="{00000000-0000-0000-0000-000000000000}"/>
          </ac:spMkLst>
        </pc:spChg>
        <pc:spChg chg="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29" creationId="{F029D419-5A4C-4A37-80C3-4FF1EC566A00}"/>
          </ac:spMkLst>
        </pc:spChg>
        <pc:spChg chg="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30" creationId="{35CAB85D-FEEE-45F4-B827-2C0B068B27D5}"/>
          </ac:spMkLst>
        </pc:spChg>
        <pc:spChg chg="add 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35" creationId="{0CEB1F2A-5C1B-4431-8A8C-5532E6B7A9F6}"/>
          </ac:spMkLst>
        </pc:spChg>
        <pc:spChg chg="add 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36" creationId="{74182FAA-3367-497C-A41B-6F19E4D3B259}"/>
          </ac:spMkLst>
        </pc:spChg>
        <pc:spChg chg="add 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38" creationId="{9826EA7D-BFD6-4AE7-A8BD-D1BD48F571A4}"/>
          </ac:spMkLst>
        </pc:spChg>
        <pc:spChg chg="add 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39" creationId="{4D0B7EF4-BE93-4A6C-AAE4-80D43F7290B8}"/>
          </ac:spMkLst>
        </pc:spChg>
        <pc:spChg chg="add 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41" creationId="{C1804BEF-2422-44FA-BBFF-04731842A499}"/>
          </ac:spMkLst>
        </pc:spChg>
        <pc:spChg chg="add 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42" creationId="{2B2D4358-179E-41E1-94B3-59F960002B11}"/>
          </ac:spMkLst>
        </pc:spChg>
        <pc:spChg chg="add 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46" creationId="{71FE8281-487E-4010-9254-16510EEBA84A}"/>
          </ac:spMkLst>
        </pc:spChg>
        <pc:spChg chg="add mod">
          <ac:chgData name="Aragon Gomez, Marcela" userId="6228d193-a3a6-4b12-b64d-eb0a627e23c0" providerId="ADAL" clId="{11EB3493-B084-4F2A-9004-E2F582AF1F2C}" dt="2021-05-10T13:47:08.001" v="384" actId="164"/>
          <ac:spMkLst>
            <pc:docMk/>
            <pc:sldMk cId="3205654557" sldId="263"/>
            <ac:spMk id="47" creationId="{E0166901-5766-4263-9562-E0819DC7601D}"/>
          </ac:spMkLst>
        </pc:spChg>
        <pc:grpChg chg="mod">
          <ac:chgData name="Aragon Gomez, Marcela" userId="6228d193-a3a6-4b12-b64d-eb0a627e23c0" providerId="ADAL" clId="{11EB3493-B084-4F2A-9004-E2F582AF1F2C}" dt="2021-05-10T13:47:08.001" v="384" actId="164"/>
          <ac:grpSpMkLst>
            <pc:docMk/>
            <pc:sldMk cId="3205654557" sldId="263"/>
            <ac:grpSpMk id="10" creationId="{00000000-0000-0000-0000-000000000000}"/>
          </ac:grpSpMkLst>
        </pc:grpChg>
        <pc:grpChg chg="add mod">
          <ac:chgData name="Aragon Gomez, Marcela" userId="6228d193-a3a6-4b12-b64d-eb0a627e23c0" providerId="ADAL" clId="{11EB3493-B084-4F2A-9004-E2F582AF1F2C}" dt="2021-05-10T13:47:08.001" v="384" actId="164"/>
          <ac:grpSpMkLst>
            <pc:docMk/>
            <pc:sldMk cId="3205654557" sldId="263"/>
            <ac:grpSpMk id="51" creationId="{C8B36D3C-F767-4DBC-B563-95C655EBC438}"/>
          </ac:grpSpMkLst>
        </pc:grpChg>
        <pc:cxnChg chg="mod">
          <ac:chgData name="Aragon Gomez, Marcela" userId="6228d193-a3a6-4b12-b64d-eb0a627e23c0" providerId="ADAL" clId="{11EB3493-B084-4F2A-9004-E2F582AF1F2C}" dt="2021-05-10T13:47:08.001" v="384" actId="164"/>
          <ac:cxnSpMkLst>
            <pc:docMk/>
            <pc:sldMk cId="3205654557" sldId="263"/>
            <ac:cxnSpMk id="3" creationId="{E152D1B7-613F-40DD-A8F1-6831488D8729}"/>
          </ac:cxnSpMkLst>
        </pc:cxnChg>
        <pc:cxnChg chg="mod">
          <ac:chgData name="Aragon Gomez, Marcela" userId="6228d193-a3a6-4b12-b64d-eb0a627e23c0" providerId="ADAL" clId="{11EB3493-B084-4F2A-9004-E2F582AF1F2C}" dt="2021-05-10T13:47:08.001" v="384" actId="164"/>
          <ac:cxnSpMkLst>
            <pc:docMk/>
            <pc:sldMk cId="3205654557" sldId="263"/>
            <ac:cxnSpMk id="31" creationId="{EA574614-258A-45F8-BA14-C0C3202B5001}"/>
          </ac:cxnSpMkLst>
        </pc:cxnChg>
        <pc:cxnChg chg="mod">
          <ac:chgData name="Aragon Gomez, Marcela" userId="6228d193-a3a6-4b12-b64d-eb0a627e23c0" providerId="ADAL" clId="{11EB3493-B084-4F2A-9004-E2F582AF1F2C}" dt="2021-05-10T13:47:08.001" v="384" actId="164"/>
          <ac:cxnSpMkLst>
            <pc:docMk/>
            <pc:sldMk cId="3205654557" sldId="263"/>
            <ac:cxnSpMk id="32" creationId="{1E3DFF66-9632-42EB-AC05-9AE6015772A8}"/>
          </ac:cxnSpMkLst>
        </pc:cxnChg>
        <pc:cxnChg chg="mod">
          <ac:chgData name="Aragon Gomez, Marcela" userId="6228d193-a3a6-4b12-b64d-eb0a627e23c0" providerId="ADAL" clId="{11EB3493-B084-4F2A-9004-E2F582AF1F2C}" dt="2021-05-10T13:47:08.001" v="384" actId="164"/>
          <ac:cxnSpMkLst>
            <pc:docMk/>
            <pc:sldMk cId="3205654557" sldId="263"/>
            <ac:cxnSpMk id="33" creationId="{ABE8C2CA-9B34-43FF-8258-E72C1896DA0C}"/>
          </ac:cxnSpMkLst>
        </pc:cxnChg>
        <pc:cxnChg chg="mod">
          <ac:chgData name="Aragon Gomez, Marcela" userId="6228d193-a3a6-4b12-b64d-eb0a627e23c0" providerId="ADAL" clId="{11EB3493-B084-4F2A-9004-E2F582AF1F2C}" dt="2021-05-10T13:47:08.001" v="384" actId="164"/>
          <ac:cxnSpMkLst>
            <pc:docMk/>
            <pc:sldMk cId="3205654557" sldId="263"/>
            <ac:cxnSpMk id="34" creationId="{C4B95FCE-3047-42E6-A8DC-569C9BCF7592}"/>
          </ac:cxnSpMkLst>
        </pc:cxnChg>
        <pc:cxnChg chg="mod">
          <ac:chgData name="Aragon Gomez, Marcela" userId="6228d193-a3a6-4b12-b64d-eb0a627e23c0" providerId="ADAL" clId="{11EB3493-B084-4F2A-9004-E2F582AF1F2C}" dt="2021-05-10T13:47:08.001" v="384" actId="164"/>
          <ac:cxnSpMkLst>
            <pc:docMk/>
            <pc:sldMk cId="3205654557" sldId="263"/>
            <ac:cxnSpMk id="37" creationId="{B08307EC-1958-4416-8BC0-89D408419A9E}"/>
          </ac:cxnSpMkLst>
        </pc:cxnChg>
        <pc:cxnChg chg="mod">
          <ac:chgData name="Aragon Gomez, Marcela" userId="6228d193-a3a6-4b12-b64d-eb0a627e23c0" providerId="ADAL" clId="{11EB3493-B084-4F2A-9004-E2F582AF1F2C}" dt="2021-05-10T13:47:08.001" v="384" actId="164"/>
          <ac:cxnSpMkLst>
            <pc:docMk/>
            <pc:sldMk cId="3205654557" sldId="263"/>
            <ac:cxnSpMk id="40" creationId="{E8257233-94F8-4B13-8DAF-48F7CA314695}"/>
          </ac:cxnSpMkLst>
        </pc:cxnChg>
        <pc:cxnChg chg="add mod">
          <ac:chgData name="Aragon Gomez, Marcela" userId="6228d193-a3a6-4b12-b64d-eb0a627e23c0" providerId="ADAL" clId="{11EB3493-B084-4F2A-9004-E2F582AF1F2C}" dt="2021-05-10T13:47:08.001" v="384" actId="164"/>
          <ac:cxnSpMkLst>
            <pc:docMk/>
            <pc:sldMk cId="3205654557" sldId="263"/>
            <ac:cxnSpMk id="48" creationId="{79576C6F-BBEB-4ADB-B16E-5D122182EB09}"/>
          </ac:cxnSpMkLst>
        </pc:cxnChg>
        <pc:cxnChg chg="add mod">
          <ac:chgData name="Aragon Gomez, Marcela" userId="6228d193-a3a6-4b12-b64d-eb0a627e23c0" providerId="ADAL" clId="{11EB3493-B084-4F2A-9004-E2F582AF1F2C}" dt="2021-05-10T13:47:08.001" v="384" actId="164"/>
          <ac:cxnSpMkLst>
            <pc:docMk/>
            <pc:sldMk cId="3205654557" sldId="263"/>
            <ac:cxnSpMk id="49" creationId="{3CD976A9-4F3D-430F-B21B-796E3E7EB9E0}"/>
          </ac:cxnSpMkLst>
        </pc:cxnChg>
      </pc:sldChg>
    </pc:docChg>
  </pc:docChgLst>
  <pc:docChgLst>
    <pc:chgData name="Beschoren da Costa, Pedro" userId="a745e8ca-c2a2-41e9-b71e-f65d89e83603" providerId="ADAL" clId="{4ABAFE07-48F8-4A7A-AD35-3C9386711EF5}"/>
    <pc:docChg chg="undo custSel delSld modSld sldOrd">
      <pc:chgData name="Beschoren da Costa, Pedro" userId="a745e8ca-c2a2-41e9-b71e-f65d89e83603" providerId="ADAL" clId="{4ABAFE07-48F8-4A7A-AD35-3C9386711EF5}" dt="2021-05-07T08:53:27.493" v="307" actId="20577"/>
      <pc:docMkLst>
        <pc:docMk/>
      </pc:docMkLst>
      <pc:sldChg chg="addSp modSp ord">
        <pc:chgData name="Beschoren da Costa, Pedro" userId="a745e8ca-c2a2-41e9-b71e-f65d89e83603" providerId="ADAL" clId="{4ABAFE07-48F8-4A7A-AD35-3C9386711EF5}" dt="2021-05-07T08:42:52.332" v="227" actId="403"/>
        <pc:sldMkLst>
          <pc:docMk/>
          <pc:sldMk cId="3749823006" sldId="258"/>
        </pc:sldMkLst>
        <pc:spChg chg="add mod">
          <ac:chgData name="Beschoren da Costa, Pedro" userId="a745e8ca-c2a2-41e9-b71e-f65d89e83603" providerId="ADAL" clId="{4ABAFE07-48F8-4A7A-AD35-3C9386711EF5}" dt="2021-05-07T08:42:52.332" v="227" actId="403"/>
          <ac:spMkLst>
            <pc:docMk/>
            <pc:sldMk cId="3749823006" sldId="258"/>
            <ac:spMk id="10" creationId="{ED17B5B2-7DDE-4E84-9BFE-A508C8266D55}"/>
          </ac:spMkLst>
        </pc:spChg>
      </pc:sldChg>
      <pc:sldChg chg="addSp delSp modSp del">
        <pc:chgData name="Beschoren da Costa, Pedro" userId="a745e8ca-c2a2-41e9-b71e-f65d89e83603" providerId="ADAL" clId="{4ABAFE07-48F8-4A7A-AD35-3C9386711EF5}" dt="2021-05-07T08:42:20.102" v="195" actId="2696"/>
        <pc:sldMkLst>
          <pc:docMk/>
          <pc:sldMk cId="1128478037" sldId="260"/>
        </pc:sldMkLst>
        <pc:spChg chg="mod">
          <ac:chgData name="Beschoren da Costa, Pedro" userId="a745e8ca-c2a2-41e9-b71e-f65d89e83603" providerId="ADAL" clId="{4ABAFE07-48F8-4A7A-AD35-3C9386711EF5}" dt="2021-05-03T08:10:18.524" v="14" actId="1076"/>
          <ac:spMkLst>
            <pc:docMk/>
            <pc:sldMk cId="1128478037" sldId="260"/>
            <ac:spMk id="5" creationId="{63DD1A60-7E7E-4546-A4AD-C506AE3A5491}"/>
          </ac:spMkLst>
        </pc:spChg>
        <pc:spChg chg="mod">
          <ac:chgData name="Beschoren da Costa, Pedro" userId="a745e8ca-c2a2-41e9-b71e-f65d89e83603" providerId="ADAL" clId="{4ABAFE07-48F8-4A7A-AD35-3C9386711EF5}" dt="2021-05-03T08:14:24.328" v="66" actId="404"/>
          <ac:spMkLst>
            <pc:docMk/>
            <pc:sldMk cId="1128478037" sldId="260"/>
            <ac:spMk id="6" creationId="{F405FF3D-EE74-448F-90E6-86318C8F457B}"/>
          </ac:spMkLst>
        </pc:spChg>
        <pc:spChg chg="del">
          <ac:chgData name="Beschoren da Costa, Pedro" userId="a745e8ca-c2a2-41e9-b71e-f65d89e83603" providerId="ADAL" clId="{4ABAFE07-48F8-4A7A-AD35-3C9386711EF5}" dt="2021-05-03T08:12:27.067" v="40" actId="478"/>
          <ac:spMkLst>
            <pc:docMk/>
            <pc:sldMk cId="1128478037" sldId="260"/>
            <ac:spMk id="7" creationId="{8AE26632-E6EE-4B98-A341-ADB5579FCE20}"/>
          </ac:spMkLst>
        </pc:spChg>
        <pc:spChg chg="mod">
          <ac:chgData name="Beschoren da Costa, Pedro" userId="a745e8ca-c2a2-41e9-b71e-f65d89e83603" providerId="ADAL" clId="{4ABAFE07-48F8-4A7A-AD35-3C9386711EF5}" dt="2021-05-03T08:14:04.344" v="62" actId="1076"/>
          <ac:spMkLst>
            <pc:docMk/>
            <pc:sldMk cId="1128478037" sldId="260"/>
            <ac:spMk id="9" creationId="{537B29E7-97FF-49BF-9094-1C22535BF83E}"/>
          </ac:spMkLst>
        </pc:spChg>
        <pc:spChg chg="mod">
          <ac:chgData name="Beschoren da Costa, Pedro" userId="a745e8ca-c2a2-41e9-b71e-f65d89e83603" providerId="ADAL" clId="{4ABAFE07-48F8-4A7A-AD35-3C9386711EF5}" dt="2021-05-03T08:12:31.023" v="41" actId="1076"/>
          <ac:spMkLst>
            <pc:docMk/>
            <pc:sldMk cId="1128478037" sldId="260"/>
            <ac:spMk id="11" creationId="{8AE26632-E6EE-4B98-A341-ADB5579FCE20}"/>
          </ac:spMkLst>
        </pc:spChg>
        <pc:spChg chg="del mod">
          <ac:chgData name="Beschoren da Costa, Pedro" userId="a745e8ca-c2a2-41e9-b71e-f65d89e83603" providerId="ADAL" clId="{4ABAFE07-48F8-4A7A-AD35-3C9386711EF5}" dt="2021-05-03T08:14:00.193" v="61" actId="478"/>
          <ac:spMkLst>
            <pc:docMk/>
            <pc:sldMk cId="1128478037" sldId="260"/>
            <ac:spMk id="12" creationId="{63DD1A60-7E7E-4546-A4AD-C506AE3A5491}"/>
          </ac:spMkLst>
        </pc:spChg>
        <pc:spChg chg="add del mod">
          <ac:chgData name="Beschoren da Costa, Pedro" userId="a745e8ca-c2a2-41e9-b71e-f65d89e83603" providerId="ADAL" clId="{4ABAFE07-48F8-4A7A-AD35-3C9386711EF5}" dt="2021-05-03T08:12:21.177" v="38" actId="478"/>
          <ac:spMkLst>
            <pc:docMk/>
            <pc:sldMk cId="1128478037" sldId="260"/>
            <ac:spMk id="13" creationId="{4A4C65A9-C43A-447B-906C-F90C97F8448E}"/>
          </ac:spMkLst>
        </pc:spChg>
        <pc:spChg chg="mod">
          <ac:chgData name="Beschoren da Costa, Pedro" userId="a745e8ca-c2a2-41e9-b71e-f65d89e83603" providerId="ADAL" clId="{4ABAFE07-48F8-4A7A-AD35-3C9386711EF5}" dt="2021-05-03T08:14:29.759" v="72" actId="1037"/>
          <ac:spMkLst>
            <pc:docMk/>
            <pc:sldMk cId="1128478037" sldId="260"/>
            <ac:spMk id="14" creationId="{63DD1A60-7E7E-4546-A4AD-C506AE3A5491}"/>
          </ac:spMkLst>
        </pc:spChg>
        <pc:spChg chg="mod">
          <ac:chgData name="Beschoren da Costa, Pedro" userId="a745e8ca-c2a2-41e9-b71e-f65d89e83603" providerId="ADAL" clId="{4ABAFE07-48F8-4A7A-AD35-3C9386711EF5}" dt="2021-05-03T08:13:19.552" v="56" actId="20577"/>
          <ac:spMkLst>
            <pc:docMk/>
            <pc:sldMk cId="1128478037" sldId="260"/>
            <ac:spMk id="16" creationId="{00000000-0000-0000-0000-000000000000}"/>
          </ac:spMkLst>
        </pc:spChg>
      </pc:sldChg>
      <pc:sldChg chg="addSp delSp modSp ord">
        <pc:chgData name="Beschoren da Costa, Pedro" userId="a745e8ca-c2a2-41e9-b71e-f65d89e83603" providerId="ADAL" clId="{4ABAFE07-48F8-4A7A-AD35-3C9386711EF5}" dt="2021-05-07T08:49:33.273" v="252"/>
        <pc:sldMkLst>
          <pc:docMk/>
          <pc:sldMk cId="3231609251" sldId="261"/>
        </pc:sldMkLst>
        <pc:spChg chg="mod">
          <ac:chgData name="Beschoren da Costa, Pedro" userId="a745e8ca-c2a2-41e9-b71e-f65d89e83603" providerId="ADAL" clId="{4ABAFE07-48F8-4A7A-AD35-3C9386711EF5}" dt="2021-05-07T08:43:21.970" v="246" actId="313"/>
          <ac:spMkLst>
            <pc:docMk/>
            <pc:sldMk cId="3231609251" sldId="261"/>
            <ac:spMk id="8" creationId="{00000000-0000-0000-0000-000000000000}"/>
          </ac:spMkLst>
        </pc:spChg>
        <pc:spChg chg="del">
          <ac:chgData name="Beschoren da Costa, Pedro" userId="a745e8ca-c2a2-41e9-b71e-f65d89e83603" providerId="ADAL" clId="{4ABAFE07-48F8-4A7A-AD35-3C9386711EF5}" dt="2021-05-07T08:22:39.769" v="146" actId="478"/>
          <ac:spMkLst>
            <pc:docMk/>
            <pc:sldMk cId="3231609251" sldId="261"/>
            <ac:spMk id="9" creationId="{537B29E7-97FF-49BF-9094-1C22535BF83E}"/>
          </ac:spMkLst>
        </pc:spChg>
        <pc:spChg chg="mod">
          <ac:chgData name="Beschoren da Costa, Pedro" userId="a745e8ca-c2a2-41e9-b71e-f65d89e83603" providerId="ADAL" clId="{4ABAFE07-48F8-4A7A-AD35-3C9386711EF5}" dt="2021-05-07T08:47:29.862" v="249" actId="1076"/>
          <ac:spMkLst>
            <pc:docMk/>
            <pc:sldMk cId="3231609251" sldId="261"/>
            <ac:spMk id="12" creationId="{00000000-0000-0000-0000-000000000000}"/>
          </ac:spMkLst>
        </pc:spChg>
        <pc:spChg chg="mod">
          <ac:chgData name="Beschoren da Costa, Pedro" userId="a745e8ca-c2a2-41e9-b71e-f65d89e83603" providerId="ADAL" clId="{4ABAFE07-48F8-4A7A-AD35-3C9386711EF5}" dt="2021-05-07T08:43:17.608" v="244" actId="20577"/>
          <ac:spMkLst>
            <pc:docMk/>
            <pc:sldMk cId="3231609251" sldId="261"/>
            <ac:spMk id="13" creationId="{00000000-0000-0000-0000-000000000000}"/>
          </ac:spMkLst>
        </pc:spChg>
        <pc:spChg chg="mod">
          <ac:chgData name="Beschoren da Costa, Pedro" userId="a745e8ca-c2a2-41e9-b71e-f65d89e83603" providerId="ADAL" clId="{4ABAFE07-48F8-4A7A-AD35-3C9386711EF5}" dt="2021-05-07T08:49:01.889" v="250" actId="14100"/>
          <ac:spMkLst>
            <pc:docMk/>
            <pc:sldMk cId="3231609251" sldId="261"/>
            <ac:spMk id="16" creationId="{00000000-0000-0000-0000-000000000000}"/>
          </ac:spMkLst>
        </pc:spChg>
        <pc:spChg chg="mod">
          <ac:chgData name="Beschoren da Costa, Pedro" userId="a745e8ca-c2a2-41e9-b71e-f65d89e83603" providerId="ADAL" clId="{4ABAFE07-48F8-4A7A-AD35-3C9386711EF5}" dt="2021-05-07T07:43:13.475" v="97" actId="20577"/>
          <ac:spMkLst>
            <pc:docMk/>
            <pc:sldMk cId="3231609251" sldId="261"/>
            <ac:spMk id="19" creationId="{63DD1A60-7E7E-4546-A4AD-C506AE3A5491}"/>
          </ac:spMkLst>
        </pc:spChg>
        <pc:spChg chg="mod">
          <ac:chgData name="Beschoren da Costa, Pedro" userId="a745e8ca-c2a2-41e9-b71e-f65d89e83603" providerId="ADAL" clId="{4ABAFE07-48F8-4A7A-AD35-3C9386711EF5}" dt="2021-05-07T07:43:20.368" v="125" actId="1035"/>
          <ac:spMkLst>
            <pc:docMk/>
            <pc:sldMk cId="3231609251" sldId="261"/>
            <ac:spMk id="20" creationId="{F405FF3D-EE74-448F-90E6-86318C8F457B}"/>
          </ac:spMkLst>
        </pc:spChg>
        <pc:spChg chg="add mod">
          <ac:chgData name="Beschoren da Costa, Pedro" userId="a745e8ca-c2a2-41e9-b71e-f65d89e83603" providerId="ADAL" clId="{4ABAFE07-48F8-4A7A-AD35-3C9386711EF5}" dt="2021-05-07T08:47:29.862" v="249" actId="1076"/>
          <ac:spMkLst>
            <pc:docMk/>
            <pc:sldMk cId="3231609251" sldId="261"/>
            <ac:spMk id="25" creationId="{538FA873-437A-4784-816D-23FFA18DD2D1}"/>
          </ac:spMkLst>
        </pc:spChg>
        <pc:spChg chg="mod">
          <ac:chgData name="Beschoren da Costa, Pedro" userId="a745e8ca-c2a2-41e9-b71e-f65d89e83603" providerId="ADAL" clId="{4ABAFE07-48F8-4A7A-AD35-3C9386711EF5}" dt="2021-05-07T08:47:29.862" v="249" actId="1076"/>
          <ac:spMkLst>
            <pc:docMk/>
            <pc:sldMk cId="3231609251" sldId="261"/>
            <ac:spMk id="26" creationId="{00000000-0000-0000-0000-000000000000}"/>
          </ac:spMkLst>
        </pc:spChg>
        <pc:spChg chg="mod">
          <ac:chgData name="Beschoren da Costa, Pedro" userId="a745e8ca-c2a2-41e9-b71e-f65d89e83603" providerId="ADAL" clId="{4ABAFE07-48F8-4A7A-AD35-3C9386711EF5}" dt="2021-05-07T08:47:29.862" v="249" actId="1076"/>
          <ac:spMkLst>
            <pc:docMk/>
            <pc:sldMk cId="3231609251" sldId="261"/>
            <ac:spMk id="27" creationId="{00000000-0000-0000-0000-000000000000}"/>
          </ac:spMkLst>
        </pc:spChg>
        <pc:spChg chg="mod">
          <ac:chgData name="Beschoren da Costa, Pedro" userId="a745e8ca-c2a2-41e9-b71e-f65d89e83603" providerId="ADAL" clId="{4ABAFE07-48F8-4A7A-AD35-3C9386711EF5}" dt="2021-05-07T08:47:29.862" v="249" actId="1076"/>
          <ac:spMkLst>
            <pc:docMk/>
            <pc:sldMk cId="3231609251" sldId="261"/>
            <ac:spMk id="28" creationId="{00000000-0000-0000-0000-000000000000}"/>
          </ac:spMkLst>
        </pc:spChg>
        <pc:spChg chg="add mod">
          <ac:chgData name="Beschoren da Costa, Pedro" userId="a745e8ca-c2a2-41e9-b71e-f65d89e83603" providerId="ADAL" clId="{4ABAFE07-48F8-4A7A-AD35-3C9386711EF5}" dt="2021-05-07T08:47:29.862" v="249" actId="1076"/>
          <ac:spMkLst>
            <pc:docMk/>
            <pc:sldMk cId="3231609251" sldId="261"/>
            <ac:spMk id="29" creationId="{F029D419-5A4C-4A37-80C3-4FF1EC566A00}"/>
          </ac:spMkLst>
        </pc:spChg>
        <pc:spChg chg="add mod">
          <ac:chgData name="Beschoren da Costa, Pedro" userId="a745e8ca-c2a2-41e9-b71e-f65d89e83603" providerId="ADAL" clId="{4ABAFE07-48F8-4A7A-AD35-3C9386711EF5}" dt="2021-05-07T08:47:29.862" v="249" actId="1076"/>
          <ac:spMkLst>
            <pc:docMk/>
            <pc:sldMk cId="3231609251" sldId="261"/>
            <ac:spMk id="30" creationId="{35CAB85D-FEEE-45F4-B827-2C0B068B27D5}"/>
          </ac:spMkLst>
        </pc:spChg>
        <pc:spChg chg="add del">
          <ac:chgData name="Beschoren da Costa, Pedro" userId="a745e8ca-c2a2-41e9-b71e-f65d89e83603" providerId="ADAL" clId="{4ABAFE07-48F8-4A7A-AD35-3C9386711EF5}" dt="2021-05-07T08:49:33.273" v="252"/>
          <ac:spMkLst>
            <pc:docMk/>
            <pc:sldMk cId="3231609251" sldId="261"/>
            <ac:spMk id="43" creationId="{4E9F04E1-3FC5-4BB0-A8C8-EFEA6C3389F4}"/>
          </ac:spMkLst>
        </pc:spChg>
        <pc:grpChg chg="mod">
          <ac:chgData name="Beschoren da Costa, Pedro" userId="a745e8ca-c2a2-41e9-b71e-f65d89e83603" providerId="ADAL" clId="{4ABAFE07-48F8-4A7A-AD35-3C9386711EF5}" dt="2021-05-07T08:47:29.862" v="249" actId="1076"/>
          <ac:grpSpMkLst>
            <pc:docMk/>
            <pc:sldMk cId="3231609251" sldId="261"/>
            <ac:grpSpMk id="10" creationId="{00000000-0000-0000-0000-000000000000}"/>
          </ac:grpSpMkLst>
        </pc:grpChg>
        <pc:cxnChg chg="add mod">
          <ac:chgData name="Beschoren da Costa, Pedro" userId="a745e8ca-c2a2-41e9-b71e-f65d89e83603" providerId="ADAL" clId="{4ABAFE07-48F8-4A7A-AD35-3C9386711EF5}" dt="2021-05-07T08:47:29.862" v="249" actId="1076"/>
          <ac:cxnSpMkLst>
            <pc:docMk/>
            <pc:sldMk cId="3231609251" sldId="261"/>
            <ac:cxnSpMk id="3" creationId="{E152D1B7-613F-40DD-A8F1-6831488D8729}"/>
          </ac:cxnSpMkLst>
        </pc:cxnChg>
        <pc:cxnChg chg="add mod">
          <ac:chgData name="Beschoren da Costa, Pedro" userId="a745e8ca-c2a2-41e9-b71e-f65d89e83603" providerId="ADAL" clId="{4ABAFE07-48F8-4A7A-AD35-3C9386711EF5}" dt="2021-05-07T08:47:29.862" v="249" actId="1076"/>
          <ac:cxnSpMkLst>
            <pc:docMk/>
            <pc:sldMk cId="3231609251" sldId="261"/>
            <ac:cxnSpMk id="31" creationId="{EA574614-258A-45F8-BA14-C0C3202B5001}"/>
          </ac:cxnSpMkLst>
        </pc:cxnChg>
        <pc:cxnChg chg="add mod">
          <ac:chgData name="Beschoren da Costa, Pedro" userId="a745e8ca-c2a2-41e9-b71e-f65d89e83603" providerId="ADAL" clId="{4ABAFE07-48F8-4A7A-AD35-3C9386711EF5}" dt="2021-05-07T08:47:29.862" v="249" actId="1076"/>
          <ac:cxnSpMkLst>
            <pc:docMk/>
            <pc:sldMk cId="3231609251" sldId="261"/>
            <ac:cxnSpMk id="32" creationId="{1E3DFF66-9632-42EB-AC05-9AE6015772A8}"/>
          </ac:cxnSpMkLst>
        </pc:cxnChg>
        <pc:cxnChg chg="add mod">
          <ac:chgData name="Beschoren da Costa, Pedro" userId="a745e8ca-c2a2-41e9-b71e-f65d89e83603" providerId="ADAL" clId="{4ABAFE07-48F8-4A7A-AD35-3C9386711EF5}" dt="2021-05-07T08:47:29.862" v="249" actId="1076"/>
          <ac:cxnSpMkLst>
            <pc:docMk/>
            <pc:sldMk cId="3231609251" sldId="261"/>
            <ac:cxnSpMk id="33" creationId="{ABE8C2CA-9B34-43FF-8258-E72C1896DA0C}"/>
          </ac:cxnSpMkLst>
        </pc:cxnChg>
        <pc:cxnChg chg="add mod">
          <ac:chgData name="Beschoren da Costa, Pedro" userId="a745e8ca-c2a2-41e9-b71e-f65d89e83603" providerId="ADAL" clId="{4ABAFE07-48F8-4A7A-AD35-3C9386711EF5}" dt="2021-05-07T08:47:29.862" v="249" actId="1076"/>
          <ac:cxnSpMkLst>
            <pc:docMk/>
            <pc:sldMk cId="3231609251" sldId="261"/>
            <ac:cxnSpMk id="34" creationId="{C4B95FCE-3047-42E6-A8DC-569C9BCF7592}"/>
          </ac:cxnSpMkLst>
        </pc:cxnChg>
        <pc:cxnChg chg="add mod">
          <ac:chgData name="Beschoren da Costa, Pedro" userId="a745e8ca-c2a2-41e9-b71e-f65d89e83603" providerId="ADAL" clId="{4ABAFE07-48F8-4A7A-AD35-3C9386711EF5}" dt="2021-05-07T08:47:29.862" v="249" actId="1076"/>
          <ac:cxnSpMkLst>
            <pc:docMk/>
            <pc:sldMk cId="3231609251" sldId="261"/>
            <ac:cxnSpMk id="37" creationId="{B08307EC-1958-4416-8BC0-89D408419A9E}"/>
          </ac:cxnSpMkLst>
        </pc:cxnChg>
        <pc:cxnChg chg="add mod">
          <ac:chgData name="Beschoren da Costa, Pedro" userId="a745e8ca-c2a2-41e9-b71e-f65d89e83603" providerId="ADAL" clId="{4ABAFE07-48F8-4A7A-AD35-3C9386711EF5}" dt="2021-05-07T08:47:29.862" v="249" actId="1076"/>
          <ac:cxnSpMkLst>
            <pc:docMk/>
            <pc:sldMk cId="3231609251" sldId="261"/>
            <ac:cxnSpMk id="40" creationId="{E8257233-94F8-4B13-8DAF-48F7CA314695}"/>
          </ac:cxnSpMkLst>
        </pc:cxnChg>
      </pc:sldChg>
      <pc:sldChg chg="addSp delSp modSp">
        <pc:chgData name="Beschoren da Costa, Pedro" userId="a745e8ca-c2a2-41e9-b71e-f65d89e83603" providerId="ADAL" clId="{4ABAFE07-48F8-4A7A-AD35-3C9386711EF5}" dt="2021-05-07T08:53:27.493" v="307" actId="20577"/>
        <pc:sldMkLst>
          <pc:docMk/>
          <pc:sldMk cId="2836582931" sldId="262"/>
        </pc:sldMkLst>
        <pc:spChg chg="mod">
          <ac:chgData name="Beschoren da Costa, Pedro" userId="a745e8ca-c2a2-41e9-b71e-f65d89e83603" providerId="ADAL" clId="{4ABAFE07-48F8-4A7A-AD35-3C9386711EF5}" dt="2021-05-07T08:51:39.077" v="256"/>
          <ac:spMkLst>
            <pc:docMk/>
            <pc:sldMk cId="2836582931" sldId="262"/>
            <ac:spMk id="12" creationId="{00000000-0000-0000-0000-000000000000}"/>
          </ac:spMkLst>
        </pc:spChg>
        <pc:spChg chg="mod">
          <ac:chgData name="Beschoren da Costa, Pedro" userId="a745e8ca-c2a2-41e9-b71e-f65d89e83603" providerId="ADAL" clId="{4ABAFE07-48F8-4A7A-AD35-3C9386711EF5}" dt="2021-05-07T08:52:32.985" v="261" actId="20577"/>
          <ac:spMkLst>
            <pc:docMk/>
            <pc:sldMk cId="2836582931" sldId="262"/>
            <ac:spMk id="20" creationId="{F405FF3D-EE74-448F-90E6-86318C8F457B}"/>
          </ac:spMkLst>
        </pc:spChg>
        <pc:spChg chg="del">
          <ac:chgData name="Beschoren da Costa, Pedro" userId="a745e8ca-c2a2-41e9-b71e-f65d89e83603" providerId="ADAL" clId="{4ABAFE07-48F8-4A7A-AD35-3C9386711EF5}" dt="2021-05-07T08:49:44.110" v="253" actId="478"/>
          <ac:spMkLst>
            <pc:docMk/>
            <pc:sldMk cId="2836582931" sldId="262"/>
            <ac:spMk id="23" creationId="{00000000-0000-0000-0000-000000000000}"/>
          </ac:spMkLst>
        </pc:spChg>
        <pc:spChg chg="mod">
          <ac:chgData name="Beschoren da Costa, Pedro" userId="a745e8ca-c2a2-41e9-b71e-f65d89e83603" providerId="ADAL" clId="{4ABAFE07-48F8-4A7A-AD35-3C9386711EF5}" dt="2021-05-07T08:52:39.374" v="262" actId="20577"/>
          <ac:spMkLst>
            <pc:docMk/>
            <pc:sldMk cId="2836582931" sldId="262"/>
            <ac:spMk id="25" creationId="{538FA873-437A-4784-816D-23FFA18DD2D1}"/>
          </ac:spMkLst>
        </pc:spChg>
        <pc:spChg chg="mod">
          <ac:chgData name="Beschoren da Costa, Pedro" userId="a745e8ca-c2a2-41e9-b71e-f65d89e83603" providerId="ADAL" clId="{4ABAFE07-48F8-4A7A-AD35-3C9386711EF5}" dt="2021-05-07T08:51:50.349" v="257"/>
          <ac:spMkLst>
            <pc:docMk/>
            <pc:sldMk cId="2836582931" sldId="262"/>
            <ac:spMk id="26" creationId="{00000000-0000-0000-0000-000000000000}"/>
          </ac:spMkLst>
        </pc:spChg>
        <pc:spChg chg="mod">
          <ac:chgData name="Beschoren da Costa, Pedro" userId="a745e8ca-c2a2-41e9-b71e-f65d89e83603" providerId="ADAL" clId="{4ABAFE07-48F8-4A7A-AD35-3C9386711EF5}" dt="2021-05-07T08:52:01.524" v="258"/>
          <ac:spMkLst>
            <pc:docMk/>
            <pc:sldMk cId="2836582931" sldId="262"/>
            <ac:spMk id="27" creationId="{00000000-0000-0000-0000-000000000000}"/>
          </ac:spMkLst>
        </pc:spChg>
        <pc:spChg chg="del">
          <ac:chgData name="Beschoren da Costa, Pedro" userId="a745e8ca-c2a2-41e9-b71e-f65d89e83603" providerId="ADAL" clId="{4ABAFE07-48F8-4A7A-AD35-3C9386711EF5}" dt="2021-05-07T08:49:46.699" v="255" actId="478"/>
          <ac:spMkLst>
            <pc:docMk/>
            <pc:sldMk cId="2836582931" sldId="262"/>
            <ac:spMk id="28" creationId="{00000000-0000-0000-0000-000000000000}"/>
          </ac:spMkLst>
        </pc:spChg>
        <pc:spChg chg="mod">
          <ac:chgData name="Beschoren da Costa, Pedro" userId="a745e8ca-c2a2-41e9-b71e-f65d89e83603" providerId="ADAL" clId="{4ABAFE07-48F8-4A7A-AD35-3C9386711EF5}" dt="2021-05-07T08:52:43.241" v="263" actId="20577"/>
          <ac:spMkLst>
            <pc:docMk/>
            <pc:sldMk cId="2836582931" sldId="262"/>
            <ac:spMk id="29" creationId="{F029D419-5A4C-4A37-80C3-4FF1EC566A00}"/>
          </ac:spMkLst>
        </pc:spChg>
        <pc:spChg chg="mod">
          <ac:chgData name="Beschoren da Costa, Pedro" userId="a745e8ca-c2a2-41e9-b71e-f65d89e83603" providerId="ADAL" clId="{4ABAFE07-48F8-4A7A-AD35-3C9386711EF5}" dt="2021-05-07T08:53:09.241" v="287" actId="6549"/>
          <ac:spMkLst>
            <pc:docMk/>
            <pc:sldMk cId="2836582931" sldId="262"/>
            <ac:spMk id="30" creationId="{35CAB85D-FEEE-45F4-B827-2C0B068B27D5}"/>
          </ac:spMkLst>
        </pc:spChg>
        <pc:spChg chg="add mod">
          <ac:chgData name="Beschoren da Costa, Pedro" userId="a745e8ca-c2a2-41e9-b71e-f65d89e83603" providerId="ADAL" clId="{4ABAFE07-48F8-4A7A-AD35-3C9386711EF5}" dt="2021-05-07T08:53:22.841" v="301" actId="14100"/>
          <ac:spMkLst>
            <pc:docMk/>
            <pc:sldMk cId="2836582931" sldId="262"/>
            <ac:spMk id="35" creationId="{6AFEB713-25CA-4A59-9EA8-98D31AAB0FA4}"/>
          </ac:spMkLst>
        </pc:spChg>
        <pc:spChg chg="add mod">
          <ac:chgData name="Beschoren da Costa, Pedro" userId="a745e8ca-c2a2-41e9-b71e-f65d89e83603" providerId="ADAL" clId="{4ABAFE07-48F8-4A7A-AD35-3C9386711EF5}" dt="2021-05-07T08:53:27.493" v="307" actId="20577"/>
          <ac:spMkLst>
            <pc:docMk/>
            <pc:sldMk cId="2836582931" sldId="262"/>
            <ac:spMk id="38" creationId="{81F009A7-63A4-4A55-AD4A-7DD6D72BBA47}"/>
          </ac:spMkLst>
        </pc:spChg>
        <pc:cxnChg chg="del">
          <ac:chgData name="Beschoren da Costa, Pedro" userId="a745e8ca-c2a2-41e9-b71e-f65d89e83603" providerId="ADAL" clId="{4ABAFE07-48F8-4A7A-AD35-3C9386711EF5}" dt="2021-05-07T08:49:45.151" v="254" actId="478"/>
          <ac:cxnSpMkLst>
            <pc:docMk/>
            <pc:sldMk cId="2836582931" sldId="262"/>
            <ac:cxnSpMk id="3" creationId="{E152D1B7-613F-40DD-A8F1-6831488D8729}"/>
          </ac:cxnSpMkLst>
        </pc:cxnChg>
        <pc:cxnChg chg="mod">
          <ac:chgData name="Beschoren da Costa, Pedro" userId="a745e8ca-c2a2-41e9-b71e-f65d89e83603" providerId="ADAL" clId="{4ABAFE07-48F8-4A7A-AD35-3C9386711EF5}" dt="2021-05-07T08:51:39.077" v="256"/>
          <ac:cxnSpMkLst>
            <pc:docMk/>
            <pc:sldMk cId="2836582931" sldId="262"/>
            <ac:cxnSpMk id="31" creationId="{EA574614-258A-45F8-BA14-C0C3202B5001}"/>
          </ac:cxnSpMkLst>
        </pc:cxnChg>
        <pc:cxnChg chg="mod">
          <ac:chgData name="Beschoren da Costa, Pedro" userId="a745e8ca-c2a2-41e9-b71e-f65d89e83603" providerId="ADAL" clId="{4ABAFE07-48F8-4A7A-AD35-3C9386711EF5}" dt="2021-05-07T08:51:50.349" v="257"/>
          <ac:cxnSpMkLst>
            <pc:docMk/>
            <pc:sldMk cId="2836582931" sldId="262"/>
            <ac:cxnSpMk id="32" creationId="{1E3DFF66-9632-42EB-AC05-9AE6015772A8}"/>
          </ac:cxnSpMkLst>
        </pc:cxnChg>
        <pc:cxnChg chg="mod">
          <ac:chgData name="Beschoren da Costa, Pedro" userId="a745e8ca-c2a2-41e9-b71e-f65d89e83603" providerId="ADAL" clId="{4ABAFE07-48F8-4A7A-AD35-3C9386711EF5}" dt="2021-05-07T08:52:01.524" v="258"/>
          <ac:cxnSpMkLst>
            <pc:docMk/>
            <pc:sldMk cId="2836582931" sldId="262"/>
            <ac:cxnSpMk id="33" creationId="{ABE8C2CA-9B34-43FF-8258-E72C1896DA0C}"/>
          </ac:cxnSpMkLst>
        </pc:cxnChg>
        <pc:cxnChg chg="mod">
          <ac:chgData name="Beschoren da Costa, Pedro" userId="a745e8ca-c2a2-41e9-b71e-f65d89e83603" providerId="ADAL" clId="{4ABAFE07-48F8-4A7A-AD35-3C9386711EF5}" dt="2021-05-07T08:52:39.374" v="262" actId="20577"/>
          <ac:cxnSpMkLst>
            <pc:docMk/>
            <pc:sldMk cId="2836582931" sldId="262"/>
            <ac:cxnSpMk id="34" creationId="{C4B95FCE-3047-42E6-A8DC-569C9BCF7592}"/>
          </ac:cxnSpMkLst>
        </pc:cxnChg>
        <pc:cxnChg chg="add mod">
          <ac:chgData name="Beschoren da Costa, Pedro" userId="a745e8ca-c2a2-41e9-b71e-f65d89e83603" providerId="ADAL" clId="{4ABAFE07-48F8-4A7A-AD35-3C9386711EF5}" dt="2021-05-07T08:53:22.841" v="301" actId="14100"/>
          <ac:cxnSpMkLst>
            <pc:docMk/>
            <pc:sldMk cId="2836582931" sldId="262"/>
            <ac:cxnSpMk id="36" creationId="{CEAE49A0-716B-4C1C-BDEE-79870A225610}"/>
          </ac:cxnSpMkLst>
        </pc:cxnChg>
        <pc:cxnChg chg="mod">
          <ac:chgData name="Beschoren da Costa, Pedro" userId="a745e8ca-c2a2-41e9-b71e-f65d89e83603" providerId="ADAL" clId="{4ABAFE07-48F8-4A7A-AD35-3C9386711EF5}" dt="2021-05-07T08:52:43.241" v="263" actId="20577"/>
          <ac:cxnSpMkLst>
            <pc:docMk/>
            <pc:sldMk cId="2836582931" sldId="262"/>
            <ac:cxnSpMk id="37" creationId="{B08307EC-1958-4416-8BC0-89D408419A9E}"/>
          </ac:cxnSpMkLst>
        </pc:cxnChg>
        <pc:cxnChg chg="add mod">
          <ac:chgData name="Beschoren da Costa, Pedro" userId="a745e8ca-c2a2-41e9-b71e-f65d89e83603" providerId="ADAL" clId="{4ABAFE07-48F8-4A7A-AD35-3C9386711EF5}" dt="2021-05-07T08:53:27.493" v="307" actId="20577"/>
          <ac:cxnSpMkLst>
            <pc:docMk/>
            <pc:sldMk cId="2836582931" sldId="262"/>
            <ac:cxnSpMk id="39" creationId="{24393991-E621-4A7B-97DD-6D6D7311BAE4}"/>
          </ac:cxnSpMkLst>
        </pc:cxnChg>
        <pc:cxnChg chg="mod">
          <ac:chgData name="Beschoren da Costa, Pedro" userId="a745e8ca-c2a2-41e9-b71e-f65d89e83603" providerId="ADAL" clId="{4ABAFE07-48F8-4A7A-AD35-3C9386711EF5}" dt="2021-05-07T08:53:09.241" v="287" actId="6549"/>
          <ac:cxnSpMkLst>
            <pc:docMk/>
            <pc:sldMk cId="2836582931" sldId="262"/>
            <ac:cxnSpMk id="40" creationId="{E8257233-94F8-4B13-8DAF-48F7CA314695}"/>
          </ac:cxnSpMkLst>
        </pc:cxnChg>
      </pc:sldChg>
    </pc:docChg>
  </pc:docChgLst>
  <pc:docChgLst>
    <pc:chgData name="Aragon Gomez, Marcela" userId="6228d193-a3a6-4b12-b64d-eb0a627e23c0" providerId="ADAL" clId="{D280C4DC-8782-4B58-94E0-6979BB401F0C}"/>
    <pc:docChg chg="custSel addSld modSld">
      <pc:chgData name="Aragon Gomez, Marcela" userId="6228d193-a3a6-4b12-b64d-eb0a627e23c0" providerId="ADAL" clId="{D280C4DC-8782-4B58-94E0-6979BB401F0C}" dt="2021-04-01T08:51:02.140" v="185" actId="1076"/>
      <pc:docMkLst>
        <pc:docMk/>
      </pc:docMkLst>
      <pc:sldChg chg="addSp modSp">
        <pc:chgData name="Aragon Gomez, Marcela" userId="6228d193-a3a6-4b12-b64d-eb0a627e23c0" providerId="ADAL" clId="{D280C4DC-8782-4B58-94E0-6979BB401F0C}" dt="2021-04-01T08:43:19.353" v="173" actId="20577"/>
        <pc:sldMkLst>
          <pc:docMk/>
          <pc:sldMk cId="473000298" sldId="257"/>
        </pc:sldMkLst>
        <pc:spChg chg="mod">
          <ac:chgData name="Aragon Gomez, Marcela" userId="6228d193-a3a6-4b12-b64d-eb0a627e23c0" providerId="ADAL" clId="{D280C4DC-8782-4B58-94E0-6979BB401F0C}" dt="2021-04-01T08:11:25.145" v="0" actId="1076"/>
          <ac:spMkLst>
            <pc:docMk/>
            <pc:sldMk cId="473000298" sldId="257"/>
            <ac:spMk id="2" creationId="{F978C605-2380-40A4-B1D9-7E405270943F}"/>
          </ac:spMkLst>
        </pc:spChg>
        <pc:spChg chg="mod">
          <ac:chgData name="Aragon Gomez, Marcela" userId="6228d193-a3a6-4b12-b64d-eb0a627e23c0" providerId="ADAL" clId="{D280C4DC-8782-4B58-94E0-6979BB401F0C}" dt="2021-04-01T08:11:25.145" v="0" actId="1076"/>
          <ac:spMkLst>
            <pc:docMk/>
            <pc:sldMk cId="473000298" sldId="257"/>
            <ac:spMk id="3" creationId="{43F35A53-F272-47B6-A74A-2F33FD2EF44E}"/>
          </ac:spMkLst>
        </pc:spChg>
        <pc:spChg chg="mod">
          <ac:chgData name="Aragon Gomez, Marcela" userId="6228d193-a3a6-4b12-b64d-eb0a627e23c0" providerId="ADAL" clId="{D280C4DC-8782-4B58-94E0-6979BB401F0C}" dt="2021-04-01T08:11:25.145" v="0" actId="1076"/>
          <ac:spMkLst>
            <pc:docMk/>
            <pc:sldMk cId="473000298" sldId="257"/>
            <ac:spMk id="4" creationId="{D56381E8-90DD-4016-9195-4099C63D702C}"/>
          </ac:spMkLst>
        </pc:spChg>
        <pc:spChg chg="mod">
          <ac:chgData name="Aragon Gomez, Marcela" userId="6228d193-a3a6-4b12-b64d-eb0a627e23c0" providerId="ADAL" clId="{D280C4DC-8782-4B58-94E0-6979BB401F0C}" dt="2021-04-01T08:11:25.145" v="0" actId="1076"/>
          <ac:spMkLst>
            <pc:docMk/>
            <pc:sldMk cId="473000298" sldId="257"/>
            <ac:spMk id="5" creationId="{47B32CAC-2F05-4889-874F-780476BA7E61}"/>
          </ac:spMkLst>
        </pc:spChg>
        <pc:spChg chg="mod">
          <ac:chgData name="Aragon Gomez, Marcela" userId="6228d193-a3a6-4b12-b64d-eb0a627e23c0" providerId="ADAL" clId="{D280C4DC-8782-4B58-94E0-6979BB401F0C}" dt="2021-04-01T08:11:25.145" v="0" actId="1076"/>
          <ac:spMkLst>
            <pc:docMk/>
            <pc:sldMk cId="473000298" sldId="257"/>
            <ac:spMk id="6" creationId="{24B58157-3B05-480B-9528-4E696414F7B4}"/>
          </ac:spMkLst>
        </pc:spChg>
        <pc:spChg chg="mod">
          <ac:chgData name="Aragon Gomez, Marcela" userId="6228d193-a3a6-4b12-b64d-eb0a627e23c0" providerId="ADAL" clId="{D280C4DC-8782-4B58-94E0-6979BB401F0C}" dt="2021-04-01T08:11:25.145" v="0" actId="1076"/>
          <ac:spMkLst>
            <pc:docMk/>
            <pc:sldMk cId="473000298" sldId="257"/>
            <ac:spMk id="7" creationId="{597965BA-FB53-442F-9FD4-1BA21DC41AD1}"/>
          </ac:spMkLst>
        </pc:spChg>
        <pc:spChg chg="mod">
          <ac:chgData name="Aragon Gomez, Marcela" userId="6228d193-a3a6-4b12-b64d-eb0a627e23c0" providerId="ADAL" clId="{D280C4DC-8782-4B58-94E0-6979BB401F0C}" dt="2021-04-01T08:11:25.145" v="0" actId="1076"/>
          <ac:spMkLst>
            <pc:docMk/>
            <pc:sldMk cId="473000298" sldId="257"/>
            <ac:spMk id="8" creationId="{DEC456BE-CEB6-4072-BF64-051E78BE082E}"/>
          </ac:spMkLst>
        </pc:spChg>
        <pc:spChg chg="mod">
          <ac:chgData name="Aragon Gomez, Marcela" userId="6228d193-a3a6-4b12-b64d-eb0a627e23c0" providerId="ADAL" clId="{D280C4DC-8782-4B58-94E0-6979BB401F0C}" dt="2021-04-01T08:11:25.145" v="0" actId="1076"/>
          <ac:spMkLst>
            <pc:docMk/>
            <pc:sldMk cId="473000298" sldId="257"/>
            <ac:spMk id="9" creationId="{3078ADE3-9A22-4806-B74C-A96C7DDBCD4C}"/>
          </ac:spMkLst>
        </pc:spChg>
        <pc:spChg chg="add mod">
          <ac:chgData name="Aragon Gomez, Marcela" userId="6228d193-a3a6-4b12-b64d-eb0a627e23c0" providerId="ADAL" clId="{D280C4DC-8782-4B58-94E0-6979BB401F0C}" dt="2021-04-01T08:43:11.654" v="165" actId="1076"/>
          <ac:spMkLst>
            <pc:docMk/>
            <pc:sldMk cId="473000298" sldId="257"/>
            <ac:spMk id="10" creationId="{67ABFE9B-3B50-4D72-9EFE-C68F7A24CF4B}"/>
          </ac:spMkLst>
        </pc:spChg>
        <pc:spChg chg="add mod">
          <ac:chgData name="Aragon Gomez, Marcela" userId="6228d193-a3a6-4b12-b64d-eb0a627e23c0" providerId="ADAL" clId="{D280C4DC-8782-4B58-94E0-6979BB401F0C}" dt="2021-04-01T08:43:19.353" v="173" actId="20577"/>
          <ac:spMkLst>
            <pc:docMk/>
            <pc:sldMk cId="473000298" sldId="257"/>
            <ac:spMk id="11" creationId="{946595D9-545D-4303-B5BF-5F0D656AABFC}"/>
          </ac:spMkLst>
        </pc:spChg>
      </pc:sldChg>
      <pc:sldChg chg="addSp modSp add">
        <pc:chgData name="Aragon Gomez, Marcela" userId="6228d193-a3a6-4b12-b64d-eb0a627e23c0" providerId="ADAL" clId="{D280C4DC-8782-4B58-94E0-6979BB401F0C}" dt="2021-04-01T08:51:02.140" v="185" actId="1076"/>
        <pc:sldMkLst>
          <pc:docMk/>
          <pc:sldMk cId="3749823006" sldId="258"/>
        </pc:sldMkLst>
        <pc:spChg chg="add mod">
          <ac:chgData name="Aragon Gomez, Marcela" userId="6228d193-a3a6-4b12-b64d-eb0a627e23c0" providerId="ADAL" clId="{D280C4DC-8782-4B58-94E0-6979BB401F0C}" dt="2021-04-01T08:12:27.459" v="11" actId="208"/>
          <ac:spMkLst>
            <pc:docMk/>
            <pc:sldMk cId="3749823006" sldId="258"/>
            <ac:spMk id="2" creationId="{5C2C34AC-43CF-4198-8E66-DD21609444E0}"/>
          </ac:spMkLst>
        </pc:spChg>
        <pc:spChg chg="add mod">
          <ac:chgData name="Aragon Gomez, Marcela" userId="6228d193-a3a6-4b12-b64d-eb0a627e23c0" providerId="ADAL" clId="{D280C4DC-8782-4B58-94E0-6979BB401F0C}" dt="2021-04-01T08:12:27.459" v="11" actId="208"/>
          <ac:spMkLst>
            <pc:docMk/>
            <pc:sldMk cId="3749823006" sldId="258"/>
            <ac:spMk id="3" creationId="{1E5FB722-ED6D-4ADA-B335-156420712AB1}"/>
          </ac:spMkLst>
        </pc:spChg>
        <pc:spChg chg="add mod">
          <ac:chgData name="Aragon Gomez, Marcela" userId="6228d193-a3a6-4b12-b64d-eb0a627e23c0" providerId="ADAL" clId="{D280C4DC-8782-4B58-94E0-6979BB401F0C}" dt="2021-04-01T08:16:40.701" v="99" actId="20577"/>
          <ac:spMkLst>
            <pc:docMk/>
            <pc:sldMk cId="3749823006" sldId="258"/>
            <ac:spMk id="5" creationId="{63DD1A60-7E7E-4546-A4AD-C506AE3A5491}"/>
          </ac:spMkLst>
        </pc:spChg>
        <pc:spChg chg="add mod">
          <ac:chgData name="Aragon Gomez, Marcela" userId="6228d193-a3a6-4b12-b64d-eb0a627e23c0" providerId="ADAL" clId="{D280C4DC-8782-4B58-94E0-6979BB401F0C}" dt="2021-04-01T08:16:45.850" v="103" actId="20577"/>
          <ac:spMkLst>
            <pc:docMk/>
            <pc:sldMk cId="3749823006" sldId="258"/>
            <ac:spMk id="6" creationId="{F405FF3D-EE74-448F-90E6-86318C8F457B}"/>
          </ac:spMkLst>
        </pc:spChg>
        <pc:spChg chg="add mod">
          <ac:chgData name="Aragon Gomez, Marcela" userId="6228d193-a3a6-4b12-b64d-eb0a627e23c0" providerId="ADAL" clId="{D280C4DC-8782-4B58-94E0-6979BB401F0C}" dt="2021-04-01T08:16:36.667" v="93" actId="20577"/>
          <ac:spMkLst>
            <pc:docMk/>
            <pc:sldMk cId="3749823006" sldId="258"/>
            <ac:spMk id="7" creationId="{8AE26632-E6EE-4B98-A341-ADB5579FCE20}"/>
          </ac:spMkLst>
        </pc:spChg>
        <pc:spChg chg="add mod">
          <ac:chgData name="Aragon Gomez, Marcela" userId="6228d193-a3a6-4b12-b64d-eb0a627e23c0" providerId="ADAL" clId="{D280C4DC-8782-4B58-94E0-6979BB401F0C}" dt="2021-04-01T08:16:50.067" v="104" actId="20577"/>
          <ac:spMkLst>
            <pc:docMk/>
            <pc:sldMk cId="3749823006" sldId="258"/>
            <ac:spMk id="8" creationId="{72F61A67-A48D-4B06-8E46-9EFA3C1F0FEC}"/>
          </ac:spMkLst>
        </pc:spChg>
        <pc:spChg chg="add mod">
          <ac:chgData name="Aragon Gomez, Marcela" userId="6228d193-a3a6-4b12-b64d-eb0a627e23c0" providerId="ADAL" clId="{D280C4DC-8782-4B58-94E0-6979BB401F0C}" dt="2021-04-01T08:51:02.140" v="185" actId="1076"/>
          <ac:spMkLst>
            <pc:docMk/>
            <pc:sldMk cId="3749823006" sldId="258"/>
            <ac:spMk id="9" creationId="{537B29E7-97FF-49BF-9094-1C22535BF83E}"/>
          </ac:spMkLst>
        </pc:spChg>
        <pc:grpChg chg="add mod">
          <ac:chgData name="Aragon Gomez, Marcela" userId="6228d193-a3a6-4b12-b64d-eb0a627e23c0" providerId="ADAL" clId="{D280C4DC-8782-4B58-94E0-6979BB401F0C}" dt="2021-04-01T08:12:18.027" v="10" actId="207"/>
          <ac:grpSpMkLst>
            <pc:docMk/>
            <pc:sldMk cId="3749823006" sldId="258"/>
            <ac:grpSpMk id="4" creationId="{4725040F-3246-4866-8BF8-07029BB010F4}"/>
          </ac:grpSpMkLst>
        </pc:grpChg>
      </pc:sldChg>
      <pc:sldChg chg="addSp delSp modSp add">
        <pc:chgData name="Aragon Gomez, Marcela" userId="6228d193-a3a6-4b12-b64d-eb0a627e23c0" providerId="ADAL" clId="{D280C4DC-8782-4B58-94E0-6979BB401F0C}" dt="2021-04-01T08:50:35.772" v="184" actId="1076"/>
        <pc:sldMkLst>
          <pc:docMk/>
          <pc:sldMk cId="3282180120" sldId="259"/>
        </pc:sldMkLst>
        <pc:spChg chg="add">
          <ac:chgData name="Aragon Gomez, Marcela" userId="6228d193-a3a6-4b12-b64d-eb0a627e23c0" providerId="ADAL" clId="{D280C4DC-8782-4B58-94E0-6979BB401F0C}" dt="2021-04-01T08:22:41.048" v="106"/>
          <ac:spMkLst>
            <pc:docMk/>
            <pc:sldMk cId="3282180120" sldId="259"/>
            <ac:spMk id="2" creationId="{DCFEDCD5-F6B7-4EE2-A9B5-0BCAEEE49F34}"/>
          </ac:spMkLst>
        </pc:spChg>
        <pc:spChg chg="add del">
          <ac:chgData name="Aragon Gomez, Marcela" userId="6228d193-a3a6-4b12-b64d-eb0a627e23c0" providerId="ADAL" clId="{D280C4DC-8782-4B58-94E0-6979BB401F0C}" dt="2021-04-01T08:23:13.036" v="111" actId="478"/>
          <ac:spMkLst>
            <pc:docMk/>
            <pc:sldMk cId="3282180120" sldId="259"/>
            <ac:spMk id="3" creationId="{4ED7106E-31FD-4956-BB6A-86B81FF64599}"/>
          </ac:spMkLst>
        </pc:spChg>
        <pc:spChg chg="add del">
          <ac:chgData name="Aragon Gomez, Marcela" userId="6228d193-a3a6-4b12-b64d-eb0a627e23c0" providerId="ADAL" clId="{D280C4DC-8782-4B58-94E0-6979BB401F0C}" dt="2021-04-01T08:23:04.634" v="109" actId="478"/>
          <ac:spMkLst>
            <pc:docMk/>
            <pc:sldMk cId="3282180120" sldId="259"/>
            <ac:spMk id="4" creationId="{FE4770BE-DADB-44D5-A79C-5643693D46B8}"/>
          </ac:spMkLst>
        </pc:spChg>
        <pc:spChg chg="add del">
          <ac:chgData name="Aragon Gomez, Marcela" userId="6228d193-a3a6-4b12-b64d-eb0a627e23c0" providerId="ADAL" clId="{D280C4DC-8782-4B58-94E0-6979BB401F0C}" dt="2021-04-01T08:23:07.734" v="110" actId="478"/>
          <ac:spMkLst>
            <pc:docMk/>
            <pc:sldMk cId="3282180120" sldId="259"/>
            <ac:spMk id="5" creationId="{63D26488-A1CB-42B2-9505-A62FF22FD811}"/>
          </ac:spMkLst>
        </pc:spChg>
        <pc:spChg chg="add mod">
          <ac:chgData name="Aragon Gomez, Marcela" userId="6228d193-a3a6-4b12-b64d-eb0a627e23c0" providerId="ADAL" clId="{D280C4DC-8782-4B58-94E0-6979BB401F0C}" dt="2021-04-01T08:24:09.897" v="127" actId="1076"/>
          <ac:spMkLst>
            <pc:docMk/>
            <pc:sldMk cId="3282180120" sldId="259"/>
            <ac:spMk id="6" creationId="{5A9F5834-4AAD-4956-B6F1-0A9AA07E2EE1}"/>
          </ac:spMkLst>
        </pc:spChg>
        <pc:spChg chg="add mod">
          <ac:chgData name="Aragon Gomez, Marcela" userId="6228d193-a3a6-4b12-b64d-eb0a627e23c0" providerId="ADAL" clId="{D280C4DC-8782-4B58-94E0-6979BB401F0C}" dt="2021-04-01T08:24:24.827" v="129" actId="1076"/>
          <ac:spMkLst>
            <pc:docMk/>
            <pc:sldMk cId="3282180120" sldId="259"/>
            <ac:spMk id="7" creationId="{940BA702-6034-4D6A-9A72-0D5EE40FAF36}"/>
          </ac:spMkLst>
        </pc:spChg>
        <pc:spChg chg="add mod">
          <ac:chgData name="Aragon Gomez, Marcela" userId="6228d193-a3a6-4b12-b64d-eb0a627e23c0" providerId="ADAL" clId="{D280C4DC-8782-4B58-94E0-6979BB401F0C}" dt="2021-04-01T08:23:24.927" v="113" actId="255"/>
          <ac:spMkLst>
            <pc:docMk/>
            <pc:sldMk cId="3282180120" sldId="259"/>
            <ac:spMk id="8" creationId="{CCF8095D-E6E7-486F-BA5A-8E249DB0412B}"/>
          </ac:spMkLst>
        </pc:spChg>
        <pc:spChg chg="add mod">
          <ac:chgData name="Aragon Gomez, Marcela" userId="6228d193-a3a6-4b12-b64d-eb0a627e23c0" providerId="ADAL" clId="{D280C4DC-8782-4B58-94E0-6979BB401F0C}" dt="2021-04-01T08:24:20.194" v="128" actId="1076"/>
          <ac:spMkLst>
            <pc:docMk/>
            <pc:sldMk cId="3282180120" sldId="259"/>
            <ac:spMk id="9" creationId="{0A825275-11D2-47D1-B44F-4893F696F056}"/>
          </ac:spMkLst>
        </pc:spChg>
        <pc:spChg chg="add mod">
          <ac:chgData name="Aragon Gomez, Marcela" userId="6228d193-a3a6-4b12-b64d-eb0a627e23c0" providerId="ADAL" clId="{D280C4DC-8782-4B58-94E0-6979BB401F0C}" dt="2021-04-01T08:23:51.850" v="126" actId="20577"/>
          <ac:spMkLst>
            <pc:docMk/>
            <pc:sldMk cId="3282180120" sldId="259"/>
            <ac:spMk id="10" creationId="{0C9D80A0-3A1D-45A9-9EB6-0FFDD5F33587}"/>
          </ac:spMkLst>
        </pc:spChg>
        <pc:spChg chg="add mod">
          <ac:chgData name="Aragon Gomez, Marcela" userId="6228d193-a3a6-4b12-b64d-eb0a627e23c0" providerId="ADAL" clId="{D280C4DC-8782-4B58-94E0-6979BB401F0C}" dt="2021-04-01T08:50:35.772" v="184" actId="1076"/>
          <ac:spMkLst>
            <pc:docMk/>
            <pc:sldMk cId="3282180120" sldId="259"/>
            <ac:spMk id="11" creationId="{0A1E497C-6755-43F1-9DB6-FF81168912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001B54-3A26-401D-ABF4-D8D14AC1D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8FBE821-4437-48D0-BA2E-563E04A48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6B2831F-E095-4389-8D9F-2C49059B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64C8-2018-49AF-92C0-ABC24DF458C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C66DA7-70E4-4EA6-8140-A5F3C0F5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9F3B863-08EE-458F-AA5F-ADE2522E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7B41-320D-4234-8CAB-0E06B8C1A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84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7F87A7-376F-4F46-AB74-D8E45CBA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3CD08F-D2D2-4685-8787-E8735D800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E0270E4-DB76-4B7F-AB4B-19CC58B9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64C8-2018-49AF-92C0-ABC24DF458C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C6A8D7-F6C3-4F0D-A174-4CAF0E5C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C7283B-2AD9-4BEB-B76D-5664AD6F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7B41-320D-4234-8CAB-0E06B8C1A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97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164B4A-62CC-4112-8C18-236601C6A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ACBD759-3513-4F99-9DBA-370A4E1F4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A58557-836E-4E9D-BC79-0CB236968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64C8-2018-49AF-92C0-ABC24DF458C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39E70D-6516-4D11-A3CF-6755AF366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498FFDE-D05B-431D-95FA-BB4D309B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7B41-320D-4234-8CAB-0E06B8C1A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06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9B3345-B518-4063-92ED-32F9FAD8B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B828EF-532B-428C-94F1-CD57F15BD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3F42D9B-A795-42D8-B959-37ECF0F3F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74FECE8-B4D1-4CAC-AEE6-3914D003B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64C8-2018-49AF-92C0-ABC24DF458C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9865E4E-4A77-4073-B378-70D0E6E6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FB9EC10-DBB0-4AE9-B7E1-23765268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7B41-320D-4234-8CAB-0E06B8C1A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0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5440F6-FEDA-4E36-B75E-3E3C00F66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8746D6F-1A39-4B23-8DE3-07DCDDF34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E87FAFC-4CBF-43B8-B78B-C6119F8A1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A8A227-9377-4E99-B628-EE5C95546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335A5BB-4856-4DE7-BCCB-308A08A18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FE18BB3-3317-4613-A417-6C0F4BAF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64C8-2018-49AF-92C0-ABC24DF458C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0991B01-1394-48C1-8D48-E881CCF2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717A9EC-15DA-4126-B1D5-D120B84D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7B41-320D-4234-8CAB-0E06B8C1A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7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DE9F6F-2A75-4110-BA79-2743BFC84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AE7E019-9B56-4E46-B82F-786FD11AD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64C8-2018-49AF-92C0-ABC24DF458C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1EE9FC3-8CBD-47D9-8D15-61BBB85DF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FD607FC-BF94-4146-BBDD-78BF336D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7B41-320D-4234-8CAB-0E06B8C1A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8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D08BC0-8C75-44A7-9826-173E7CD5B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64C8-2018-49AF-92C0-ABC24DF458C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EDCA1AB-15FC-4A22-A7CD-1C3435A9B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84F2EBB-AAA0-42AB-BD02-DC8ED82EB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7B41-320D-4234-8CAB-0E06B8C1A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8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B1E342-6DDB-4722-828A-9D9A1F6BE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3F57A4-66C7-450F-BFA7-A49E853D4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FD5E8A4-16AE-455B-B9D2-2CF170A11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439D9FF-FC88-4BF4-B29B-6D754908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64C8-2018-49AF-92C0-ABC24DF458C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55D5070-36A5-4279-A2F3-EE49F4B9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FA1877D-D8DD-4805-90E8-AF826958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7B41-320D-4234-8CAB-0E06B8C1A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65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E5B884-4E02-4313-A4BD-261825BA9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8F196FC-13C0-4FAC-8666-0DB60E1CF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B8CF7E3-B5B5-48DD-A3E6-EA410583B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220DFD1-CC31-4BD0-99C4-7B61ECA9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64C8-2018-49AF-92C0-ABC24DF458C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A7B0DF4-A150-4233-BA34-25C7FC11A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18CFA42-25F5-4316-9123-FAF5E064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7B41-320D-4234-8CAB-0E06B8C1A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7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3B252E-439E-4F4F-AEA7-E3F382C88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FCB0693-4D27-4B80-A369-35127B759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15303B-CF1E-4BD3-B08F-A38FC959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64C8-2018-49AF-92C0-ABC24DF458C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9FE97A3-1D7C-403B-8CC6-3B9016FDC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B9CCC8-7A82-4791-8861-97BAD00A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7B41-320D-4234-8CAB-0E06B8C1A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3D5F62A-0DDA-4B53-BA8C-AD036535B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6363CE1-8D99-4905-A369-33396B876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9D585D-F815-4809-8019-4D7E1FC4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F64C8-2018-49AF-92C0-ABC24DF458C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C401D5-2E48-4597-A684-163972583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BD36E37-A052-44A7-A624-C4B1B211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7B41-320D-4234-8CAB-0E06B8C1A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5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DADBC10-9E83-41BF-B38C-D0BB885BA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445869B-C8A8-4254-823D-1AA779BCD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3B487B8-0F0B-4D14-BF43-926F75DC6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F64C8-2018-49AF-92C0-ABC24DF458CA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75C2F8-EF4D-42CC-8FC8-38A5913DF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4F2C91F-ABFE-4A91-B8DB-1AFF4ABDB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97B41-320D-4234-8CAB-0E06B8C1A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8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A738D0-84A7-42CF-B7E0-329C5B3AA2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35ED757-2E20-4C7D-93C2-19A14E5E7C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6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607EB139-EBB5-4A9C-9B10-3EE4858F0766}"/>
              </a:ext>
            </a:extLst>
          </p:cNvPr>
          <p:cNvGrpSpPr/>
          <p:nvPr/>
        </p:nvGrpSpPr>
        <p:grpSpPr>
          <a:xfrm>
            <a:off x="1160516" y="600611"/>
            <a:ext cx="3179928" cy="2900839"/>
            <a:chOff x="2634018" y="1251436"/>
            <a:chExt cx="3179928" cy="290083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xmlns="" id="{F978C605-2380-40A4-B1D9-7E405270943F}"/>
                </a:ext>
              </a:extLst>
            </p:cNvPr>
            <p:cNvSpPr/>
            <p:nvPr/>
          </p:nvSpPr>
          <p:spPr>
            <a:xfrm>
              <a:off x="2634018" y="2074459"/>
              <a:ext cx="3179928" cy="19925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43F35A53-F272-47B6-A74A-2F33FD2EF44E}"/>
                </a:ext>
              </a:extLst>
            </p:cNvPr>
            <p:cNvSpPr txBox="1"/>
            <p:nvPr/>
          </p:nvSpPr>
          <p:spPr>
            <a:xfrm>
              <a:off x="4035871" y="2705725"/>
              <a:ext cx="756938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800" b="1" dirty="0"/>
                <a:t>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D56381E8-90DD-4016-9195-4099C63D702C}"/>
                </a:ext>
              </a:extLst>
            </p:cNvPr>
            <p:cNvSpPr txBox="1"/>
            <p:nvPr/>
          </p:nvSpPr>
          <p:spPr>
            <a:xfrm>
              <a:off x="3710461" y="2055938"/>
              <a:ext cx="13548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Block: 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47B32CAC-2F05-4889-874F-780476BA7E61}"/>
                </a:ext>
              </a:extLst>
            </p:cNvPr>
            <p:cNvSpPr txBox="1"/>
            <p:nvPr/>
          </p:nvSpPr>
          <p:spPr>
            <a:xfrm>
              <a:off x="3914036" y="2534964"/>
              <a:ext cx="9391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Row: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67ABFE9B-3B50-4D72-9EFE-C68F7A24CF4B}"/>
                </a:ext>
              </a:extLst>
            </p:cNvPr>
            <p:cNvSpPr txBox="1"/>
            <p:nvPr/>
          </p:nvSpPr>
          <p:spPr>
            <a:xfrm>
              <a:off x="3321958" y="1251436"/>
              <a:ext cx="14278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Sticker Row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20D8D29E-0826-4DCB-825D-4D4626214C79}"/>
              </a:ext>
            </a:extLst>
          </p:cNvPr>
          <p:cNvGrpSpPr/>
          <p:nvPr/>
        </p:nvGrpSpPr>
        <p:grpSpPr>
          <a:xfrm>
            <a:off x="5875063" y="657396"/>
            <a:ext cx="3179928" cy="2976705"/>
            <a:chOff x="6141763" y="1297667"/>
            <a:chExt cx="3179928" cy="297670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4B58157-3B05-480B-9528-4E696414F7B4}"/>
                </a:ext>
              </a:extLst>
            </p:cNvPr>
            <p:cNvSpPr/>
            <p:nvPr/>
          </p:nvSpPr>
          <p:spPr>
            <a:xfrm>
              <a:off x="6141763" y="2074459"/>
              <a:ext cx="3179928" cy="19925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597965BA-FB53-442F-9FD4-1BA21DC41AD1}"/>
                </a:ext>
              </a:extLst>
            </p:cNvPr>
            <p:cNvSpPr txBox="1"/>
            <p:nvPr/>
          </p:nvSpPr>
          <p:spPr>
            <a:xfrm>
              <a:off x="7452091" y="2827822"/>
              <a:ext cx="756938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800" b="1" dirty="0"/>
                <a:t>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DEC456BE-CEB6-4072-BF64-051E78BE082E}"/>
                </a:ext>
              </a:extLst>
            </p:cNvPr>
            <p:cNvSpPr txBox="1"/>
            <p:nvPr/>
          </p:nvSpPr>
          <p:spPr>
            <a:xfrm>
              <a:off x="7108537" y="2051031"/>
              <a:ext cx="13548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Block: 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3078ADE3-9A22-4806-B74C-A96C7DDBCD4C}"/>
                </a:ext>
              </a:extLst>
            </p:cNvPr>
            <p:cNvSpPr txBox="1"/>
            <p:nvPr/>
          </p:nvSpPr>
          <p:spPr>
            <a:xfrm>
              <a:off x="7108537" y="2597679"/>
              <a:ext cx="14318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Column: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946595D9-545D-4303-B5BF-5F0D656AABFC}"/>
                </a:ext>
              </a:extLst>
            </p:cNvPr>
            <p:cNvSpPr txBox="1"/>
            <p:nvPr/>
          </p:nvSpPr>
          <p:spPr>
            <a:xfrm>
              <a:off x="7108537" y="1297667"/>
              <a:ext cx="17806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Sticker Column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E25C5B77-8E69-436F-8B8C-DB5FAEAB8C97}"/>
              </a:ext>
            </a:extLst>
          </p:cNvPr>
          <p:cNvGrpSpPr/>
          <p:nvPr/>
        </p:nvGrpSpPr>
        <p:grpSpPr>
          <a:xfrm>
            <a:off x="3644697" y="3685567"/>
            <a:ext cx="3179928" cy="2585248"/>
            <a:chOff x="6141763" y="1481784"/>
            <a:chExt cx="3179928" cy="258524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E7EEAF46-F639-4F90-9936-54BFD13F2DF2}"/>
                </a:ext>
              </a:extLst>
            </p:cNvPr>
            <p:cNvSpPr/>
            <p:nvPr/>
          </p:nvSpPr>
          <p:spPr>
            <a:xfrm>
              <a:off x="6141763" y="2074459"/>
              <a:ext cx="3179928" cy="19925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C8AC44B0-7DDE-4B7B-A6C5-7D8CFBBBC4DB}"/>
                </a:ext>
              </a:extLst>
            </p:cNvPr>
            <p:cNvSpPr txBox="1"/>
            <p:nvPr/>
          </p:nvSpPr>
          <p:spPr>
            <a:xfrm>
              <a:off x="6515490" y="2333265"/>
              <a:ext cx="2504212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800" b="1" dirty="0"/>
                <a:t>1.1.1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704F9CDB-F342-4FB3-801E-4DFA9E6139D6}"/>
                </a:ext>
              </a:extLst>
            </p:cNvPr>
            <p:cNvSpPr txBox="1"/>
            <p:nvPr/>
          </p:nvSpPr>
          <p:spPr>
            <a:xfrm>
              <a:off x="7108537" y="2051031"/>
              <a:ext cx="184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8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9111C367-3300-41C4-B754-E9B959FD3FFA}"/>
                </a:ext>
              </a:extLst>
            </p:cNvPr>
            <p:cNvSpPr txBox="1"/>
            <p:nvPr/>
          </p:nvSpPr>
          <p:spPr>
            <a:xfrm>
              <a:off x="7200902" y="1481784"/>
              <a:ext cx="13181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Sticker Pot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3000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0" y="5892479"/>
            <a:ext cx="3476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Prioritize visibility of the data we have to consult for dipping &amp; harvesting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258" y="42191"/>
            <a:ext cx="2175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Control: white plastic</a:t>
            </a:r>
          </a:p>
          <a:p>
            <a:r>
              <a:rPr lang="en-US" dirty="0" err="1"/>
              <a:t>Meja</a:t>
            </a:r>
            <a:r>
              <a:rPr lang="en-US" dirty="0"/>
              <a:t>: Orange plastic</a:t>
            </a:r>
          </a:p>
          <a:p>
            <a:r>
              <a:rPr lang="en-US" dirty="0"/>
              <a:t>SA: Green plastic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2337" y="11668"/>
            <a:ext cx="21713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Fast: Blue tape</a:t>
            </a:r>
          </a:p>
          <a:p>
            <a:r>
              <a:rPr lang="en-US" dirty="0"/>
              <a:t>Medium: Yellow tape</a:t>
            </a:r>
          </a:p>
          <a:p>
            <a:r>
              <a:rPr lang="en-US" dirty="0"/>
              <a:t>Slow: Pink tape</a:t>
            </a:r>
          </a:p>
        </p:txBody>
      </p:sp>
      <p:grpSp>
        <p:nvGrpSpPr>
          <p:cNvPr id="10" name="Group 9"/>
          <p:cNvGrpSpPr/>
          <p:nvPr/>
        </p:nvGrpSpPr>
        <p:grpSpPr>
          <a:xfrm rot="5400000">
            <a:off x="5863347" y="2758911"/>
            <a:ext cx="6830503" cy="1367682"/>
            <a:chOff x="1427763" y="4903609"/>
            <a:chExt cx="6830503" cy="136768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4725040F-3246-4866-8BF8-07029BB010F4}"/>
                </a:ext>
              </a:extLst>
            </p:cNvPr>
            <p:cNvGrpSpPr/>
            <p:nvPr/>
          </p:nvGrpSpPr>
          <p:grpSpPr>
            <a:xfrm>
              <a:off x="2065264" y="4947457"/>
              <a:ext cx="6193002" cy="1323833"/>
              <a:chOff x="1828801" y="2251882"/>
              <a:chExt cx="6193002" cy="1323833"/>
            </a:xfrm>
            <a:solidFill>
              <a:schemeClr val="bg1"/>
            </a:solidFill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xmlns="" id="{5C2C34AC-43CF-4198-8E66-DD21609444E0}"/>
                  </a:ext>
                </a:extLst>
              </p:cNvPr>
              <p:cNvSpPr/>
              <p:nvPr/>
            </p:nvSpPr>
            <p:spPr>
              <a:xfrm>
                <a:off x="1828801" y="2251882"/>
                <a:ext cx="5284699" cy="1323832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Isosceles Triangle 17">
                <a:extLst>
                  <a:ext uri="{FF2B5EF4-FFF2-40B4-BE49-F238E27FC236}">
                    <a16:creationId xmlns:a16="http://schemas.microsoft.com/office/drawing/2014/main" xmlns="" id="{1E5FB722-ED6D-4ADA-B335-156420712AB1}"/>
                  </a:ext>
                </a:extLst>
              </p:cNvPr>
              <p:cNvSpPr/>
              <p:nvPr/>
            </p:nvSpPr>
            <p:spPr>
              <a:xfrm rot="5400000">
                <a:off x="6916106" y="2470019"/>
                <a:ext cx="1303091" cy="908302"/>
              </a:xfrm>
              <a:prstGeom prst="triangle">
                <a:avLst>
                  <a:gd name="adj" fmla="val 48394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63DD1A60-7E7E-4546-A4AD-C506AE3A5491}"/>
                </a:ext>
              </a:extLst>
            </p:cNvPr>
            <p:cNvSpPr txBox="1"/>
            <p:nvPr/>
          </p:nvSpPr>
          <p:spPr>
            <a:xfrm rot="16200000">
              <a:off x="4385110" y="5199294"/>
              <a:ext cx="106631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Control</a:t>
              </a:r>
            </a:p>
            <a:p>
              <a:r>
                <a:rPr lang="en-US" sz="2000" dirty="0"/>
                <a:t>Medium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F405FF3D-EE74-448F-90E6-86318C8F457B}"/>
                </a:ext>
              </a:extLst>
            </p:cNvPr>
            <p:cNvSpPr txBox="1"/>
            <p:nvPr/>
          </p:nvSpPr>
          <p:spPr>
            <a:xfrm rot="16200000">
              <a:off x="5325134" y="5147709"/>
              <a:ext cx="85632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5</a:t>
              </a:r>
            </a:p>
            <a:p>
              <a:pPr algn="ctr"/>
              <a:r>
                <a:rPr lang="en-US" dirty="0"/>
                <a:t>Row  1</a:t>
              </a:r>
            </a:p>
            <a:p>
              <a:pPr algn="ctr"/>
              <a:r>
                <a:rPr lang="en-US" dirty="0"/>
                <a:t>Col 16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8AE26632-E6EE-4B98-A341-ADB5579FCE20}"/>
                </a:ext>
              </a:extLst>
            </p:cNvPr>
            <p:cNvSpPr txBox="1"/>
            <p:nvPr/>
          </p:nvSpPr>
          <p:spPr>
            <a:xfrm rot="16200000">
              <a:off x="1843823" y="5264284"/>
              <a:ext cx="13676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5.1.16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63DD1A60-7E7E-4546-A4AD-C506AE3A5491}"/>
                </a:ext>
              </a:extLst>
            </p:cNvPr>
            <p:cNvSpPr txBox="1"/>
            <p:nvPr/>
          </p:nvSpPr>
          <p:spPr>
            <a:xfrm rot="16200000">
              <a:off x="2518341" y="5181569"/>
              <a:ext cx="134844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/>
                <a:t>M11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8AE26632-E6EE-4B98-A341-ADB5579FCE20}"/>
                </a:ext>
              </a:extLst>
            </p:cNvPr>
            <p:cNvSpPr txBox="1"/>
            <p:nvPr/>
          </p:nvSpPr>
          <p:spPr>
            <a:xfrm rot="16200000">
              <a:off x="3333680" y="5291428"/>
              <a:ext cx="11208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1234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427763" y="5103775"/>
              <a:ext cx="739627" cy="10712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639727" y="1007471"/>
            <a:ext cx="182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Block, row, </a:t>
            </a:r>
            <a:r>
              <a:rPr lang="en-US" dirty="0" err="1"/>
              <a:t>colum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728381" y="1678776"/>
            <a:ext cx="3092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Species speed, species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0706" y="2376020"/>
            <a:ext cx="1156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Harvest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90222" y="42191"/>
            <a:ext cx="2738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Treatment colored tape tag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538FA873-437A-4784-816D-23FFA18DD2D1}"/>
              </a:ext>
            </a:extLst>
          </p:cNvPr>
          <p:cNvSpPr txBox="1"/>
          <p:nvPr/>
        </p:nvSpPr>
        <p:spPr>
          <a:xfrm>
            <a:off x="6501442" y="3228769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029D419-5A4C-4A37-80C3-4FF1EC566A00}"/>
              </a:ext>
            </a:extLst>
          </p:cNvPr>
          <p:cNvSpPr txBox="1"/>
          <p:nvPr/>
        </p:nvSpPr>
        <p:spPr>
          <a:xfrm>
            <a:off x="6550983" y="3741347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Speed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xmlns="" id="{E152D1B7-613F-40DD-A8F1-6831488D8729}"/>
              </a:ext>
            </a:extLst>
          </p:cNvPr>
          <p:cNvCxnSpPr/>
          <p:nvPr/>
        </p:nvCxnSpPr>
        <p:spPr>
          <a:xfrm>
            <a:off x="7933214" y="449234"/>
            <a:ext cx="609616" cy="254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35CAB85D-FEEE-45F4-B827-2C0B068B27D5}"/>
              </a:ext>
            </a:extLst>
          </p:cNvPr>
          <p:cNvSpPr txBox="1"/>
          <p:nvPr/>
        </p:nvSpPr>
        <p:spPr>
          <a:xfrm>
            <a:off x="6109026" y="4438591"/>
            <a:ext cx="178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Blocking position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EA574614-258A-45F8-BA14-C0C3202B500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466766" y="1192137"/>
            <a:ext cx="771256" cy="107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1E3DFF66-9632-42EB-AC05-9AE6015772A8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7820894" y="1863442"/>
            <a:ext cx="506602" cy="142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ABE8C2CA-9B34-43FF-8258-E72C1896DA0C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47305" y="2560686"/>
            <a:ext cx="1580191" cy="147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C4B95FCE-3047-42E6-A8DC-569C9BCF7592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7240940" y="3413435"/>
            <a:ext cx="1226895" cy="266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B08307EC-1958-4416-8BC0-89D408419A9E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7315936" y="3926013"/>
            <a:ext cx="1076065" cy="18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E8257233-94F8-4B13-8DAF-48F7CA314695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7891886" y="4623257"/>
            <a:ext cx="5209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609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-24081" y="6488668"/>
            <a:ext cx="3476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Prioritize visibility of the data we have to consult for dipping &amp; harvesting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258" y="42191"/>
            <a:ext cx="2175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Control: white plastic</a:t>
            </a:r>
          </a:p>
          <a:p>
            <a:r>
              <a:rPr lang="en-US" dirty="0" err="1"/>
              <a:t>Meja</a:t>
            </a:r>
            <a:r>
              <a:rPr lang="en-US" dirty="0"/>
              <a:t>: Orange plastic</a:t>
            </a:r>
          </a:p>
          <a:p>
            <a:r>
              <a:rPr lang="en-US" dirty="0"/>
              <a:t>SA: Green plastic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2337" y="11668"/>
            <a:ext cx="21713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Fast: Blue tape</a:t>
            </a:r>
          </a:p>
          <a:p>
            <a:r>
              <a:rPr lang="en-US" dirty="0"/>
              <a:t>Medium: Yellow tape</a:t>
            </a:r>
          </a:p>
          <a:p>
            <a:r>
              <a:rPr lang="en-US" dirty="0"/>
              <a:t>Slow: Pink tape</a:t>
            </a:r>
          </a:p>
        </p:txBody>
      </p:sp>
      <p:grpSp>
        <p:nvGrpSpPr>
          <p:cNvPr id="10" name="Group 9"/>
          <p:cNvGrpSpPr/>
          <p:nvPr/>
        </p:nvGrpSpPr>
        <p:grpSpPr>
          <a:xfrm rot="5400000">
            <a:off x="5056980" y="4410508"/>
            <a:ext cx="8243248" cy="1400731"/>
            <a:chOff x="2065263" y="4935150"/>
            <a:chExt cx="8243248" cy="140073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4725040F-3246-4866-8BF8-07029BB010F4}"/>
                </a:ext>
              </a:extLst>
            </p:cNvPr>
            <p:cNvGrpSpPr/>
            <p:nvPr/>
          </p:nvGrpSpPr>
          <p:grpSpPr>
            <a:xfrm>
              <a:off x="2065263" y="4947456"/>
              <a:ext cx="8243248" cy="1323832"/>
              <a:chOff x="1828800" y="2251881"/>
              <a:chExt cx="8243248" cy="1323832"/>
            </a:xfrm>
            <a:solidFill>
              <a:schemeClr val="bg1"/>
            </a:solidFill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xmlns="" id="{5C2C34AC-43CF-4198-8E66-DD21609444E0}"/>
                  </a:ext>
                </a:extLst>
              </p:cNvPr>
              <p:cNvSpPr/>
              <p:nvPr/>
            </p:nvSpPr>
            <p:spPr>
              <a:xfrm>
                <a:off x="1828800" y="2251881"/>
                <a:ext cx="6769290" cy="1323832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Isosceles Triangle 17">
                <a:extLst>
                  <a:ext uri="{FF2B5EF4-FFF2-40B4-BE49-F238E27FC236}">
                    <a16:creationId xmlns:a16="http://schemas.microsoft.com/office/drawing/2014/main" xmlns="" id="{1E5FB722-ED6D-4ADA-B335-156420712AB1}"/>
                  </a:ext>
                </a:extLst>
              </p:cNvPr>
              <p:cNvSpPr/>
              <p:nvPr/>
            </p:nvSpPr>
            <p:spPr>
              <a:xfrm rot="5400000">
                <a:off x="8673153" y="2176818"/>
                <a:ext cx="1323832" cy="1473958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63DD1A60-7E7E-4546-A4AD-C506AE3A5491}"/>
                </a:ext>
              </a:extLst>
            </p:cNvPr>
            <p:cNvSpPr txBox="1"/>
            <p:nvPr/>
          </p:nvSpPr>
          <p:spPr>
            <a:xfrm rot="16200000">
              <a:off x="4385110" y="5199294"/>
              <a:ext cx="106631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Control</a:t>
              </a:r>
            </a:p>
            <a:p>
              <a:r>
                <a:rPr lang="en-US" sz="2000" dirty="0"/>
                <a:t>Medium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F405FF3D-EE74-448F-90E6-86318C8F457B}"/>
                </a:ext>
              </a:extLst>
            </p:cNvPr>
            <p:cNvSpPr txBox="1"/>
            <p:nvPr/>
          </p:nvSpPr>
          <p:spPr>
            <a:xfrm rot="16200000">
              <a:off x="5154414" y="5147709"/>
              <a:ext cx="119776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5</a:t>
              </a:r>
            </a:p>
            <a:p>
              <a:pPr algn="ctr"/>
              <a:r>
                <a:rPr lang="en-US" dirty="0"/>
                <a:t>Row  1</a:t>
              </a:r>
            </a:p>
            <a:p>
              <a:pPr algn="ctr"/>
              <a:r>
                <a:rPr lang="en-US" dirty="0"/>
                <a:t>Column 16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8AE26632-E6EE-4B98-A341-ADB5579FCE20}"/>
                </a:ext>
              </a:extLst>
            </p:cNvPr>
            <p:cNvSpPr txBox="1"/>
            <p:nvPr/>
          </p:nvSpPr>
          <p:spPr>
            <a:xfrm rot="16200000">
              <a:off x="1722809" y="5328874"/>
              <a:ext cx="13676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5.1.16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63DD1A60-7E7E-4546-A4AD-C506AE3A5491}"/>
                </a:ext>
              </a:extLst>
            </p:cNvPr>
            <p:cNvSpPr txBox="1"/>
            <p:nvPr/>
          </p:nvSpPr>
          <p:spPr>
            <a:xfrm rot="16200000">
              <a:off x="2362312" y="5193874"/>
              <a:ext cx="134844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/>
                <a:t>M11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8AE26632-E6EE-4B98-A341-ADB5579FCE20}"/>
                </a:ext>
              </a:extLst>
            </p:cNvPr>
            <p:cNvSpPr txBox="1"/>
            <p:nvPr/>
          </p:nvSpPr>
          <p:spPr>
            <a:xfrm rot="16200000">
              <a:off x="3023351" y="5275626"/>
              <a:ext cx="132600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1234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639727" y="1007471"/>
            <a:ext cx="2093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</a:t>
            </a:r>
            <a:r>
              <a:rPr lang="en-US" dirty="0" err="1"/>
              <a:t>Block_row_column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728381" y="1678776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</a:t>
            </a:r>
            <a:r>
              <a:rPr lang="en-US" dirty="0" err="1"/>
              <a:t>SpeciesSpeed_SpeciesNumber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590706" y="2376020"/>
            <a:ext cx="1334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</a:t>
            </a:r>
            <a:r>
              <a:rPr lang="en-US" dirty="0" err="1"/>
              <a:t>Harvest_ID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538FA873-437A-4784-816D-23FFA18DD2D1}"/>
              </a:ext>
            </a:extLst>
          </p:cNvPr>
          <p:cNvSpPr txBox="1"/>
          <p:nvPr/>
        </p:nvSpPr>
        <p:spPr>
          <a:xfrm>
            <a:off x="6501442" y="3228769"/>
            <a:ext cx="854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#Stress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029D419-5A4C-4A37-80C3-4FF1EC566A00}"/>
              </a:ext>
            </a:extLst>
          </p:cNvPr>
          <p:cNvSpPr txBox="1"/>
          <p:nvPr/>
        </p:nvSpPr>
        <p:spPr>
          <a:xfrm>
            <a:off x="6550983" y="3741347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#Speed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35CAB85D-FEEE-45F4-B827-2C0B068B27D5}"/>
              </a:ext>
            </a:extLst>
          </p:cNvPr>
          <p:cNvSpPr txBox="1"/>
          <p:nvPr/>
        </p:nvSpPr>
        <p:spPr>
          <a:xfrm>
            <a:off x="5204570" y="4215618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EA574614-258A-45F8-BA14-C0C3202B500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733442" y="1192137"/>
            <a:ext cx="504580" cy="107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1E3DFF66-9632-42EB-AC05-9AE6015772A8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7894632" y="1863442"/>
            <a:ext cx="432864" cy="142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ABE8C2CA-9B34-43FF-8258-E72C1896DA0C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925239" y="2560686"/>
            <a:ext cx="1402257" cy="147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C4B95FCE-3047-42E6-A8DC-569C9BCF7592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7356356" y="3413435"/>
            <a:ext cx="1111479" cy="266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B08307EC-1958-4416-8BC0-89D408419A9E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7431352" y="3926013"/>
            <a:ext cx="960649" cy="18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E8257233-94F8-4B13-8DAF-48F7CA314695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890976" y="4400284"/>
            <a:ext cx="2347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6AFEB713-25CA-4A59-9EA8-98D31AAB0FA4}"/>
              </a:ext>
            </a:extLst>
          </p:cNvPr>
          <p:cNvSpPr txBox="1"/>
          <p:nvPr/>
        </p:nvSpPr>
        <p:spPr>
          <a:xfrm>
            <a:off x="5306451" y="4492580"/>
            <a:ext cx="686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Row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CEAE49A0-716B-4C1C-BDEE-79870A225610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5992857" y="4677246"/>
            <a:ext cx="2347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81F009A7-63A4-4A55-AD4A-7DD6D72BBA47}"/>
              </a:ext>
            </a:extLst>
          </p:cNvPr>
          <p:cNvSpPr txBox="1"/>
          <p:nvPr/>
        </p:nvSpPr>
        <p:spPr>
          <a:xfrm>
            <a:off x="5356970" y="4782186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Column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24393991-E621-4A7B-97DD-6D6D7311BAE4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6267797" y="4966852"/>
            <a:ext cx="2122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582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0" y="5892479"/>
            <a:ext cx="3476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Prioritize visibility of the data we have to consult for dipping &amp; harvesting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258" y="42191"/>
            <a:ext cx="2175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Control: white plastic</a:t>
            </a:r>
          </a:p>
          <a:p>
            <a:r>
              <a:rPr lang="en-US" dirty="0" err="1"/>
              <a:t>Meja</a:t>
            </a:r>
            <a:r>
              <a:rPr lang="en-US" dirty="0"/>
              <a:t>: Orange plastic</a:t>
            </a:r>
          </a:p>
          <a:p>
            <a:r>
              <a:rPr lang="en-US" dirty="0"/>
              <a:t>SA: Green plastic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xmlns="" id="{C8B36D3C-F767-4DBC-B563-95C655EBC438}"/>
              </a:ext>
            </a:extLst>
          </p:cNvPr>
          <p:cNvGrpSpPr/>
          <p:nvPr/>
        </p:nvGrpSpPr>
        <p:grpSpPr>
          <a:xfrm>
            <a:off x="4728381" y="27500"/>
            <a:ext cx="7406459" cy="6830503"/>
            <a:chOff x="4728381" y="27500"/>
            <a:chExt cx="7406459" cy="6830503"/>
          </a:xfrm>
        </p:grpSpPr>
        <p:grpSp>
          <p:nvGrpSpPr>
            <p:cNvPr id="10" name="Group 9"/>
            <p:cNvGrpSpPr/>
            <p:nvPr/>
          </p:nvGrpSpPr>
          <p:grpSpPr>
            <a:xfrm rot="5400000">
              <a:off x="5844111" y="2758911"/>
              <a:ext cx="6830503" cy="1367682"/>
              <a:chOff x="1427763" y="4922845"/>
              <a:chExt cx="6830503" cy="136768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xmlns="" id="{4725040F-3246-4866-8BF8-07029BB010F4}"/>
                  </a:ext>
                </a:extLst>
              </p:cNvPr>
              <p:cNvGrpSpPr/>
              <p:nvPr/>
            </p:nvGrpSpPr>
            <p:grpSpPr>
              <a:xfrm>
                <a:off x="2065264" y="4947457"/>
                <a:ext cx="6193002" cy="1323833"/>
                <a:chOff x="1828801" y="2251882"/>
                <a:chExt cx="6193002" cy="1323833"/>
              </a:xfrm>
              <a:solidFill>
                <a:schemeClr val="bg1"/>
              </a:solidFill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xmlns="" id="{5C2C34AC-43CF-4198-8E66-DD21609444E0}"/>
                    </a:ext>
                  </a:extLst>
                </p:cNvPr>
                <p:cNvSpPr/>
                <p:nvPr/>
              </p:nvSpPr>
              <p:spPr>
                <a:xfrm>
                  <a:off x="1828801" y="2251882"/>
                  <a:ext cx="5284699" cy="1323832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Isosceles Triangle 17">
                  <a:extLst>
                    <a:ext uri="{FF2B5EF4-FFF2-40B4-BE49-F238E27FC236}">
                      <a16:creationId xmlns:a16="http://schemas.microsoft.com/office/drawing/2014/main" xmlns="" id="{1E5FB722-ED6D-4ADA-B335-156420712AB1}"/>
                    </a:ext>
                  </a:extLst>
                </p:cNvPr>
                <p:cNvSpPr/>
                <p:nvPr/>
              </p:nvSpPr>
              <p:spPr>
                <a:xfrm rot="5400000">
                  <a:off x="6916106" y="2470019"/>
                  <a:ext cx="1303091" cy="908302"/>
                </a:xfrm>
                <a:prstGeom prst="triangle">
                  <a:avLst>
                    <a:gd name="adj" fmla="val 48394"/>
                  </a:avLst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63DD1A60-7E7E-4546-A4AD-C506AE3A5491}"/>
                  </a:ext>
                </a:extLst>
              </p:cNvPr>
              <p:cNvSpPr txBox="1"/>
              <p:nvPr/>
            </p:nvSpPr>
            <p:spPr>
              <a:xfrm rot="16200000">
                <a:off x="4441248" y="5255431"/>
                <a:ext cx="95404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Control</a:t>
                </a:r>
              </a:p>
              <a:p>
                <a:pPr algn="ctr"/>
                <a:r>
                  <a:rPr lang="en-US" sz="2000" dirty="0"/>
                  <a:t>Fast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F405FF3D-EE74-448F-90E6-86318C8F457B}"/>
                  </a:ext>
                </a:extLst>
              </p:cNvPr>
              <p:cNvSpPr txBox="1"/>
              <p:nvPr/>
            </p:nvSpPr>
            <p:spPr>
              <a:xfrm rot="16200000">
                <a:off x="5564099" y="5118003"/>
                <a:ext cx="91884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Block: 1</a:t>
                </a:r>
              </a:p>
              <a:p>
                <a:pPr algn="ctr"/>
                <a:r>
                  <a:rPr lang="en-US" dirty="0"/>
                  <a:t>Row:  6</a:t>
                </a:r>
              </a:p>
              <a:p>
                <a:pPr algn="ctr"/>
                <a:r>
                  <a:rPr lang="en-US" dirty="0"/>
                  <a:t>Col: 13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8AE26632-E6EE-4B98-A341-ADB5579FCE20}"/>
                  </a:ext>
                </a:extLst>
              </p:cNvPr>
              <p:cNvSpPr txBox="1"/>
              <p:nvPr/>
            </p:nvSpPr>
            <p:spPr>
              <a:xfrm rot="16200000">
                <a:off x="2017265" y="5283520"/>
                <a:ext cx="13676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/>
                  <a:t>1.6.13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63DD1A60-7E7E-4546-A4AD-C506AE3A5491}"/>
                  </a:ext>
                </a:extLst>
              </p:cNvPr>
              <p:cNvSpPr txBox="1"/>
              <p:nvPr/>
            </p:nvSpPr>
            <p:spPr>
              <a:xfrm rot="16200000">
                <a:off x="2920179" y="5164170"/>
                <a:ext cx="77938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800" b="1" dirty="0"/>
                  <a:t>F1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8AE26632-E6EE-4B98-A341-ADB5579FCE20}"/>
                  </a:ext>
                </a:extLst>
              </p:cNvPr>
              <p:cNvSpPr txBox="1"/>
              <p:nvPr/>
            </p:nvSpPr>
            <p:spPr>
              <a:xfrm rot="16200000">
                <a:off x="3635676" y="5287282"/>
                <a:ext cx="6014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97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427763" y="5103776"/>
                <a:ext cx="880798" cy="106484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5859603" y="1104562"/>
              <a:ext cx="17189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#Pot (Column A)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28381" y="1678776"/>
              <a:ext cx="2149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# Species (Column B)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80631" y="2364901"/>
              <a:ext cx="1649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# ID (Column C)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600255" y="251813"/>
              <a:ext cx="2404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tape tag added by hand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538FA873-437A-4784-816D-23FFA18DD2D1}"/>
                </a:ext>
              </a:extLst>
            </p:cNvPr>
            <p:cNvSpPr txBox="1"/>
            <p:nvPr/>
          </p:nvSpPr>
          <p:spPr>
            <a:xfrm>
              <a:off x="5356314" y="3135919"/>
              <a:ext cx="20235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# Stress (Column D)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F029D419-5A4C-4A37-80C3-4FF1EC566A00}"/>
                </a:ext>
              </a:extLst>
            </p:cNvPr>
            <p:cNvSpPr txBox="1"/>
            <p:nvPr/>
          </p:nvSpPr>
          <p:spPr>
            <a:xfrm>
              <a:off x="5361316" y="3537605"/>
              <a:ext cx="2018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# Speed (Column E)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xmlns="" id="{E152D1B7-613F-40DD-A8F1-6831488D8729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>
              <a:off x="7933214" y="449234"/>
              <a:ext cx="764218" cy="18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35CAB85D-FEEE-45F4-B827-2C0B068B27D5}"/>
                </a:ext>
              </a:extLst>
            </p:cNvPr>
            <p:cNvSpPr txBox="1"/>
            <p:nvPr/>
          </p:nvSpPr>
          <p:spPr>
            <a:xfrm>
              <a:off x="6076966" y="4138453"/>
              <a:ext cx="1827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Block: (Column F)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EA574614-258A-45F8-BA14-C0C3202B5001}"/>
                </a:ext>
              </a:extLst>
            </p:cNvPr>
            <p:cNvCxnSpPr>
              <a:cxnSpLocks/>
            </p:cNvCxnSpPr>
            <p:nvPr/>
          </p:nvCxnSpPr>
          <p:spPr>
            <a:xfrm>
              <a:off x="7671404" y="1265141"/>
              <a:ext cx="720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1E3DFF66-9632-42EB-AC05-9AE6015772A8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60" y="1897335"/>
              <a:ext cx="13676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xmlns="" id="{ABE8C2CA-9B34-43FF-8258-E72C1896DA0C}"/>
                </a:ext>
              </a:extLst>
            </p:cNvPr>
            <p:cNvCxnSpPr>
              <a:cxnSpLocks/>
            </p:cNvCxnSpPr>
            <p:nvPr/>
          </p:nvCxnSpPr>
          <p:spPr>
            <a:xfrm>
              <a:off x="7091506" y="2549567"/>
              <a:ext cx="130848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xmlns="" id="{C4B95FCE-3047-42E6-A8DC-569C9BCF7592}"/>
                </a:ext>
              </a:extLst>
            </p:cNvPr>
            <p:cNvCxnSpPr>
              <a:cxnSpLocks/>
            </p:cNvCxnSpPr>
            <p:nvPr/>
          </p:nvCxnSpPr>
          <p:spPr>
            <a:xfrm>
              <a:off x="7331905" y="3339633"/>
              <a:ext cx="11718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xmlns="" id="{B08307EC-1958-4416-8BC0-89D408419A9E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7379817" y="3722271"/>
              <a:ext cx="11239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xmlns="" id="{E8257233-94F8-4B13-8DAF-48F7CA314695}"/>
                </a:ext>
              </a:extLst>
            </p:cNvPr>
            <p:cNvCxnSpPr>
              <a:cxnSpLocks/>
            </p:cNvCxnSpPr>
            <p:nvPr/>
          </p:nvCxnSpPr>
          <p:spPr>
            <a:xfrm>
              <a:off x="7879051" y="4342148"/>
              <a:ext cx="52094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xmlns="" id="{553498EA-053B-44E0-9F7A-416618E05EA7}"/>
                </a:ext>
              </a:extLst>
            </p:cNvPr>
            <p:cNvSpPr/>
            <p:nvPr/>
          </p:nvSpPr>
          <p:spPr>
            <a:xfrm>
              <a:off x="8347331" y="665001"/>
              <a:ext cx="161080" cy="433515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0CEB1F2A-5C1B-4431-8A8C-5532E6B7A9F6}"/>
                </a:ext>
              </a:extLst>
            </p:cNvPr>
            <p:cNvSpPr txBox="1"/>
            <p:nvPr/>
          </p:nvSpPr>
          <p:spPr>
            <a:xfrm>
              <a:off x="6276078" y="735102"/>
              <a:ext cx="21239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Extra space to paste tape 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74182FAA-3367-497C-A41B-6F19E4D3B259}"/>
                </a:ext>
              </a:extLst>
            </p:cNvPr>
            <p:cNvSpPr txBox="1"/>
            <p:nvPr/>
          </p:nvSpPr>
          <p:spPr>
            <a:xfrm>
              <a:off x="10002901" y="1098516"/>
              <a:ext cx="12987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Bold, big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9826EA7D-BFD6-4AE7-A8BD-D1BD48F571A4}"/>
                </a:ext>
              </a:extLst>
            </p:cNvPr>
            <p:cNvSpPr txBox="1"/>
            <p:nvPr/>
          </p:nvSpPr>
          <p:spPr>
            <a:xfrm>
              <a:off x="9918592" y="1644298"/>
              <a:ext cx="221624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Bold, bigger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D0B7EF4-BE93-4A6C-AAE4-80D43F7290B8}"/>
                </a:ext>
              </a:extLst>
            </p:cNvPr>
            <p:cNvSpPr txBox="1"/>
            <p:nvPr/>
          </p:nvSpPr>
          <p:spPr>
            <a:xfrm>
              <a:off x="9992308" y="2305304"/>
              <a:ext cx="13067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Bold, Big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C1804BEF-2422-44FA-BBFF-04731842A499}"/>
                </a:ext>
              </a:extLst>
            </p:cNvPr>
            <p:cNvSpPr txBox="1"/>
            <p:nvPr/>
          </p:nvSpPr>
          <p:spPr>
            <a:xfrm>
              <a:off x="10428615" y="3861885"/>
              <a:ext cx="13853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Normal, small </a:t>
              </a:r>
            </a:p>
          </p:txBody>
        </p:sp>
        <p:sp>
          <p:nvSpPr>
            <p:cNvPr id="42" name="Left Brace 41">
              <a:extLst>
                <a:ext uri="{FF2B5EF4-FFF2-40B4-BE49-F238E27FC236}">
                  <a16:creationId xmlns:a16="http://schemas.microsoft.com/office/drawing/2014/main" xmlns="" id="{2B2D4358-179E-41E1-94B3-59F960002B11}"/>
                </a:ext>
              </a:extLst>
            </p:cNvPr>
            <p:cNvSpPr/>
            <p:nvPr/>
          </p:nvSpPr>
          <p:spPr>
            <a:xfrm rot="10800000">
              <a:off x="9992308" y="3278405"/>
              <a:ext cx="203379" cy="1536293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71FE8281-487E-4010-9254-16510EEBA84A}"/>
                </a:ext>
              </a:extLst>
            </p:cNvPr>
            <p:cNvSpPr txBox="1"/>
            <p:nvPr/>
          </p:nvSpPr>
          <p:spPr>
            <a:xfrm>
              <a:off x="6076966" y="4463350"/>
              <a:ext cx="1772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Row: (Column G)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E0166901-5766-4263-9562-E0819DC7601D}"/>
                </a:ext>
              </a:extLst>
            </p:cNvPr>
            <p:cNvSpPr txBox="1"/>
            <p:nvPr/>
          </p:nvSpPr>
          <p:spPr>
            <a:xfrm>
              <a:off x="6014140" y="4762882"/>
              <a:ext cx="2092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Column: (Column H)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xmlns="" id="{79576C6F-BBEB-4ADB-B16E-5D122182EB09}"/>
                </a:ext>
              </a:extLst>
            </p:cNvPr>
            <p:cNvCxnSpPr>
              <a:cxnSpLocks/>
            </p:cNvCxnSpPr>
            <p:nvPr/>
          </p:nvCxnSpPr>
          <p:spPr>
            <a:xfrm>
              <a:off x="7904710" y="4648016"/>
              <a:ext cx="52094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xmlns="" id="{3CD976A9-4F3D-430F-B21B-796E3E7EB9E0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>
              <a:off x="8106379" y="4947548"/>
              <a:ext cx="3974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565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xmlns="" id="{22677558-567E-4C6C-A987-98F1E4CE315D}"/>
              </a:ext>
            </a:extLst>
          </p:cNvPr>
          <p:cNvGrpSpPr/>
          <p:nvPr/>
        </p:nvGrpSpPr>
        <p:grpSpPr>
          <a:xfrm>
            <a:off x="1818889" y="1108796"/>
            <a:ext cx="8233583" cy="2978387"/>
            <a:chOff x="1818889" y="1108796"/>
            <a:chExt cx="8233583" cy="297838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xmlns="" id="{DCFEDCD5-F6B7-4EE2-A9B5-0BCAEEE49F34}"/>
                </a:ext>
              </a:extLst>
            </p:cNvPr>
            <p:cNvSpPr/>
            <p:nvPr/>
          </p:nvSpPr>
          <p:spPr>
            <a:xfrm>
              <a:off x="4394580" y="2060812"/>
              <a:ext cx="3179928" cy="19925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0A1E497C-6755-43F1-9DB6-FF811689129A}"/>
                </a:ext>
              </a:extLst>
            </p:cNvPr>
            <p:cNvSpPr txBox="1"/>
            <p:nvPr/>
          </p:nvSpPr>
          <p:spPr>
            <a:xfrm>
              <a:off x="5141313" y="1108796"/>
              <a:ext cx="14207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Sticker Pots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D577584E-6239-4F35-94B5-6A359DAB3FF5}"/>
                </a:ext>
              </a:extLst>
            </p:cNvPr>
            <p:cNvSpPr txBox="1"/>
            <p:nvPr/>
          </p:nvSpPr>
          <p:spPr>
            <a:xfrm>
              <a:off x="2017271" y="2210032"/>
              <a:ext cx="17189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#Pot (Column A)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055F0E11-7280-4F0E-BC34-AF194A6EF858}"/>
                </a:ext>
              </a:extLst>
            </p:cNvPr>
            <p:cNvSpPr txBox="1"/>
            <p:nvPr/>
          </p:nvSpPr>
          <p:spPr>
            <a:xfrm>
              <a:off x="4514883" y="2133088"/>
              <a:ext cx="123623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1.6.13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7F831644-6B18-4F24-A5E2-145BE9CCD4F9}"/>
                </a:ext>
              </a:extLst>
            </p:cNvPr>
            <p:cNvSpPr txBox="1"/>
            <p:nvPr/>
          </p:nvSpPr>
          <p:spPr>
            <a:xfrm>
              <a:off x="4849041" y="2764030"/>
              <a:ext cx="72968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b="1" dirty="0"/>
                <a:t>F1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C76B8A93-941B-4DB1-AC74-E825E28AEFA0}"/>
                </a:ext>
              </a:extLst>
            </p:cNvPr>
            <p:cNvSpPr txBox="1"/>
            <p:nvPr/>
          </p:nvSpPr>
          <p:spPr>
            <a:xfrm>
              <a:off x="4374912" y="3652335"/>
              <a:ext cx="16804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Harvest ID: 97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76C8B75C-A929-4C0A-AD78-8345ED9D847A}"/>
                </a:ext>
              </a:extLst>
            </p:cNvPr>
            <p:cNvSpPr txBox="1"/>
            <p:nvPr/>
          </p:nvSpPr>
          <p:spPr>
            <a:xfrm>
              <a:off x="6151087" y="2517808"/>
              <a:ext cx="97103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Control</a:t>
              </a:r>
            </a:p>
            <a:p>
              <a:pPr algn="ctr"/>
              <a:endParaRPr lang="en-US" sz="2000" b="1" dirty="0"/>
            </a:p>
            <a:p>
              <a:pPr algn="ctr"/>
              <a:r>
                <a:rPr lang="en-US" sz="2000" b="1" dirty="0"/>
                <a:t>Fast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FCAD846A-DD8F-4B72-8058-4FFDEF1D8EFC}"/>
                </a:ext>
              </a:extLst>
            </p:cNvPr>
            <p:cNvSpPr txBox="1"/>
            <p:nvPr/>
          </p:nvSpPr>
          <p:spPr>
            <a:xfrm>
              <a:off x="1929323" y="3003152"/>
              <a:ext cx="2149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# Species (Column B)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0F08F4DD-9FF5-438F-A100-669101EB3582}"/>
                </a:ext>
              </a:extLst>
            </p:cNvPr>
            <p:cNvSpPr txBox="1"/>
            <p:nvPr/>
          </p:nvSpPr>
          <p:spPr>
            <a:xfrm>
              <a:off x="1818889" y="3717851"/>
              <a:ext cx="22530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Harvest ID (Column C)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FFDA731A-6451-4216-91C2-CF767237E9DA}"/>
                </a:ext>
              </a:extLst>
            </p:cNvPr>
            <p:cNvSpPr txBox="1"/>
            <p:nvPr/>
          </p:nvSpPr>
          <p:spPr>
            <a:xfrm>
              <a:off x="8028969" y="2394698"/>
              <a:ext cx="20235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# Stress (Column D)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589EF95-51CC-4845-95A2-97350E98524D}"/>
                </a:ext>
              </a:extLst>
            </p:cNvPr>
            <p:cNvSpPr txBox="1"/>
            <p:nvPr/>
          </p:nvSpPr>
          <p:spPr>
            <a:xfrm>
              <a:off x="7877478" y="3003152"/>
              <a:ext cx="2018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# Speed (Column E)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xmlns="" id="{CC05E6FB-D730-43DF-A98C-34F0CAA55D18}"/>
                </a:ext>
              </a:extLst>
            </p:cNvPr>
            <p:cNvCxnSpPr>
              <a:cxnSpLocks/>
            </p:cNvCxnSpPr>
            <p:nvPr/>
          </p:nvCxnSpPr>
          <p:spPr>
            <a:xfrm>
              <a:off x="3860664" y="2381346"/>
              <a:ext cx="5142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xmlns="" id="{9D1D3B36-0E05-41CA-ACD6-84926A3EA254}"/>
                </a:ext>
              </a:extLst>
            </p:cNvPr>
            <p:cNvCxnSpPr>
              <a:cxnSpLocks/>
            </p:cNvCxnSpPr>
            <p:nvPr/>
          </p:nvCxnSpPr>
          <p:spPr>
            <a:xfrm>
              <a:off x="4117788" y="3187818"/>
              <a:ext cx="6542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xmlns="" id="{DDC7298D-EC1C-47FE-9C49-555CB26CEEEC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4071942" y="3902517"/>
              <a:ext cx="3029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xmlns="" id="{994E0E7D-0645-4FD9-BA21-7E2AA96B14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9481" y="2601922"/>
              <a:ext cx="6144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xmlns="" id="{B71DD96A-8688-4597-B49F-15BB8F782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67278" y="3187818"/>
              <a:ext cx="6144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2180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4725040F-3246-4866-8BF8-07029BB010F4}"/>
              </a:ext>
            </a:extLst>
          </p:cNvPr>
          <p:cNvGrpSpPr/>
          <p:nvPr/>
        </p:nvGrpSpPr>
        <p:grpSpPr>
          <a:xfrm>
            <a:off x="1828800" y="2251881"/>
            <a:ext cx="8243248" cy="1323832"/>
            <a:chOff x="1828800" y="2251881"/>
            <a:chExt cx="8243248" cy="1323832"/>
          </a:xfrm>
          <a:solidFill>
            <a:schemeClr val="bg1"/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xmlns="" id="{5C2C34AC-43CF-4198-8E66-DD21609444E0}"/>
                </a:ext>
              </a:extLst>
            </p:cNvPr>
            <p:cNvSpPr/>
            <p:nvPr/>
          </p:nvSpPr>
          <p:spPr>
            <a:xfrm>
              <a:off x="1828800" y="2251881"/>
              <a:ext cx="6769290" cy="13238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xmlns="" id="{1E5FB722-ED6D-4ADA-B335-156420712AB1}"/>
                </a:ext>
              </a:extLst>
            </p:cNvPr>
            <p:cNvSpPr/>
            <p:nvPr/>
          </p:nvSpPr>
          <p:spPr>
            <a:xfrm rot="5400000">
              <a:off x="8673153" y="2176818"/>
              <a:ext cx="1323832" cy="1473958"/>
            </a:xfrm>
            <a:prstGeom prst="triangl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3DD1A60-7E7E-4546-A4AD-C506AE3A5491}"/>
              </a:ext>
            </a:extLst>
          </p:cNvPr>
          <p:cNvSpPr txBox="1"/>
          <p:nvPr/>
        </p:nvSpPr>
        <p:spPr>
          <a:xfrm>
            <a:off x="3552797" y="2273909"/>
            <a:ext cx="1750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Species: X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405FF3D-EE74-448F-90E6-86318C8F457B}"/>
              </a:ext>
            </a:extLst>
          </p:cNvPr>
          <p:cNvSpPr txBox="1"/>
          <p:nvPr/>
        </p:nvSpPr>
        <p:spPr>
          <a:xfrm>
            <a:off x="1779402" y="2685259"/>
            <a:ext cx="3495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Row:  X  –  Column: X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AE26632-E6EE-4B98-A341-ADB5579FCE20}"/>
              </a:ext>
            </a:extLst>
          </p:cNvPr>
          <p:cNvSpPr txBox="1"/>
          <p:nvPr/>
        </p:nvSpPr>
        <p:spPr>
          <a:xfrm>
            <a:off x="1820918" y="2273909"/>
            <a:ext cx="965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ID#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2F61A67-A48D-4B06-8E46-9EFA3C1F0FEC}"/>
              </a:ext>
            </a:extLst>
          </p:cNvPr>
          <p:cNvSpPr txBox="1"/>
          <p:nvPr/>
        </p:nvSpPr>
        <p:spPr>
          <a:xfrm>
            <a:off x="1820918" y="3096609"/>
            <a:ext cx="1369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Block: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37B29E7-97FF-49BF-9094-1C22535BF83E}"/>
              </a:ext>
            </a:extLst>
          </p:cNvPr>
          <p:cNvSpPr txBox="1"/>
          <p:nvPr/>
        </p:nvSpPr>
        <p:spPr>
          <a:xfrm>
            <a:off x="4462919" y="1506565"/>
            <a:ext cx="750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Label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D17B5B2-7DDE-4E84-9BFE-A508C8266D55}"/>
              </a:ext>
            </a:extLst>
          </p:cNvPr>
          <p:cNvSpPr txBox="1"/>
          <p:nvPr/>
        </p:nvSpPr>
        <p:spPr>
          <a:xfrm>
            <a:off x="3552797" y="931178"/>
            <a:ext cx="500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600" dirty="0"/>
              <a:t>OUTDATED LABEL MODEL</a:t>
            </a:r>
          </a:p>
        </p:txBody>
      </p:sp>
    </p:spTree>
    <p:extLst>
      <p:ext uri="{BB962C8B-B14F-4D97-AF65-F5344CB8AC3E}">
        <p14:creationId xmlns:p14="http://schemas.microsoft.com/office/powerpoint/2010/main" val="374982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B94B50B-FD8E-49B6-981B-DF447312E339}"/>
              </a:ext>
            </a:extLst>
          </p:cNvPr>
          <p:cNvSpPr/>
          <p:nvPr/>
        </p:nvSpPr>
        <p:spPr>
          <a:xfrm>
            <a:off x="412476" y="696326"/>
            <a:ext cx="5229262" cy="55605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61E132E-C392-4510-9059-BA6660FDC0D5}"/>
              </a:ext>
            </a:extLst>
          </p:cNvPr>
          <p:cNvSpPr/>
          <p:nvPr/>
        </p:nvSpPr>
        <p:spPr>
          <a:xfrm>
            <a:off x="693475" y="939961"/>
            <a:ext cx="920840" cy="2494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846AD8D-4C5B-4B5A-B653-2B5BE55F3F75}"/>
              </a:ext>
            </a:extLst>
          </p:cNvPr>
          <p:cNvSpPr/>
          <p:nvPr/>
        </p:nvSpPr>
        <p:spPr>
          <a:xfrm>
            <a:off x="693475" y="3434312"/>
            <a:ext cx="920840" cy="2494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1063DE2-09E9-4701-912B-5794D38E8A4B}"/>
              </a:ext>
            </a:extLst>
          </p:cNvPr>
          <p:cNvSpPr/>
          <p:nvPr/>
        </p:nvSpPr>
        <p:spPr>
          <a:xfrm>
            <a:off x="4528661" y="939961"/>
            <a:ext cx="920840" cy="2494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E568AF3-AD84-4EFC-96C1-B37C137370DF}"/>
              </a:ext>
            </a:extLst>
          </p:cNvPr>
          <p:cNvSpPr/>
          <p:nvPr/>
        </p:nvSpPr>
        <p:spPr>
          <a:xfrm>
            <a:off x="4528661" y="3434312"/>
            <a:ext cx="920840" cy="2494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E5292FB-4101-4253-A83A-15B57CE7F785}"/>
              </a:ext>
            </a:extLst>
          </p:cNvPr>
          <p:cNvSpPr/>
          <p:nvPr/>
        </p:nvSpPr>
        <p:spPr>
          <a:xfrm>
            <a:off x="1949523" y="939961"/>
            <a:ext cx="920840" cy="2259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8B5FA36-1564-4CCB-ADD4-55ED4BED5EC5}"/>
              </a:ext>
            </a:extLst>
          </p:cNvPr>
          <p:cNvSpPr/>
          <p:nvPr/>
        </p:nvSpPr>
        <p:spPr>
          <a:xfrm>
            <a:off x="1949523" y="3199665"/>
            <a:ext cx="920840" cy="2259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782D45C-ACDB-436F-8B60-68A666620AB5}"/>
              </a:ext>
            </a:extLst>
          </p:cNvPr>
          <p:cNvSpPr/>
          <p:nvPr/>
        </p:nvSpPr>
        <p:spPr>
          <a:xfrm>
            <a:off x="3205570" y="939961"/>
            <a:ext cx="920840" cy="2259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4CA7AA7-FC7F-4E14-8E35-C0FAE6B8F4FC}"/>
              </a:ext>
            </a:extLst>
          </p:cNvPr>
          <p:cNvSpPr/>
          <p:nvPr/>
        </p:nvSpPr>
        <p:spPr>
          <a:xfrm>
            <a:off x="3205570" y="3199664"/>
            <a:ext cx="920840" cy="2259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9C8F44E-0593-4B43-88B8-6907E08505ED}"/>
              </a:ext>
            </a:extLst>
          </p:cNvPr>
          <p:cNvSpPr txBox="1"/>
          <p:nvPr/>
        </p:nvSpPr>
        <p:spPr>
          <a:xfrm>
            <a:off x="431517" y="1680158"/>
            <a:ext cx="1407288" cy="98488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2</a:t>
            </a:r>
            <a:endParaRPr lang="nl-NL" sz="3200" dirty="0"/>
          </a:p>
        </p:txBody>
      </p:sp>
      <p:pic>
        <p:nvPicPr>
          <p:cNvPr id="52" name="Graphic 51" descr="Forbidden">
            <a:extLst>
              <a:ext uri="{FF2B5EF4-FFF2-40B4-BE49-F238E27FC236}">
                <a16:creationId xmlns:a16="http://schemas.microsoft.com/office/drawing/2014/main" xmlns="" id="{28E54299-3214-4994-9110-0CA58F58C6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708294" y="5186823"/>
            <a:ext cx="658531" cy="65853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73F0BC6B-1260-40F4-B1EB-B86430C0B165}"/>
              </a:ext>
            </a:extLst>
          </p:cNvPr>
          <p:cNvSpPr txBox="1"/>
          <p:nvPr/>
        </p:nvSpPr>
        <p:spPr>
          <a:xfrm>
            <a:off x="412476" y="4184233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</a:t>
            </a:r>
            <a:endParaRPr lang="nl-NL" sz="3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4BA188C1-49C5-4E2B-B559-8213AD80F816}"/>
              </a:ext>
            </a:extLst>
          </p:cNvPr>
          <p:cNvSpPr txBox="1"/>
          <p:nvPr/>
        </p:nvSpPr>
        <p:spPr>
          <a:xfrm>
            <a:off x="1660342" y="1726450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4</a:t>
            </a:r>
            <a:endParaRPr lang="nl-NL" sz="3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889A676A-2565-42F3-B77E-676339D7AFB3}"/>
              </a:ext>
            </a:extLst>
          </p:cNvPr>
          <p:cNvSpPr txBox="1"/>
          <p:nvPr/>
        </p:nvSpPr>
        <p:spPr>
          <a:xfrm>
            <a:off x="1660342" y="4166703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3</a:t>
            </a:r>
            <a:endParaRPr lang="nl-NL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9AD4F17E-BE40-46F5-A884-A0541E3FED25}"/>
              </a:ext>
            </a:extLst>
          </p:cNvPr>
          <p:cNvSpPr txBox="1"/>
          <p:nvPr/>
        </p:nvSpPr>
        <p:spPr>
          <a:xfrm>
            <a:off x="2901915" y="4166702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5</a:t>
            </a:r>
            <a:endParaRPr lang="nl-NL" sz="3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0A21648A-3A86-4B2E-83F3-716C75CF6CE2}"/>
              </a:ext>
            </a:extLst>
          </p:cNvPr>
          <p:cNvSpPr txBox="1"/>
          <p:nvPr/>
        </p:nvSpPr>
        <p:spPr>
          <a:xfrm>
            <a:off x="2933741" y="1726450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6</a:t>
            </a:r>
            <a:endParaRPr lang="nl-NL" sz="3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C81230F8-A5DD-4AF1-B368-D54B7081B5DD}"/>
              </a:ext>
            </a:extLst>
          </p:cNvPr>
          <p:cNvSpPr txBox="1"/>
          <p:nvPr/>
        </p:nvSpPr>
        <p:spPr>
          <a:xfrm>
            <a:off x="4266396" y="1714791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8</a:t>
            </a:r>
            <a:endParaRPr lang="nl-NL" sz="3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6B245AFF-737F-4F80-936D-F6D74D5AEAD6}"/>
              </a:ext>
            </a:extLst>
          </p:cNvPr>
          <p:cNvSpPr txBox="1"/>
          <p:nvPr/>
        </p:nvSpPr>
        <p:spPr>
          <a:xfrm>
            <a:off x="4240706" y="4184233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9</a:t>
            </a:r>
            <a:endParaRPr lang="nl-NL" sz="3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D589AC7A-A379-4B4A-9EED-1819F97BA47E}"/>
              </a:ext>
            </a:extLst>
          </p:cNvPr>
          <p:cNvSpPr txBox="1"/>
          <p:nvPr/>
        </p:nvSpPr>
        <p:spPr>
          <a:xfrm>
            <a:off x="1842680" y="294282"/>
            <a:ext cx="2498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b="1" dirty="0" err="1"/>
              <a:t>Compartment</a:t>
            </a:r>
            <a:r>
              <a:rPr lang="nl-NL" sz="2000" b="1" dirty="0"/>
              <a:t> 1</a:t>
            </a:r>
            <a:endParaRPr lang="nl-NL" sz="3600" b="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xmlns="" id="{C0F45E91-F824-4969-B9DA-6CAAF7E98810}"/>
              </a:ext>
            </a:extLst>
          </p:cNvPr>
          <p:cNvSpPr/>
          <p:nvPr/>
        </p:nvSpPr>
        <p:spPr>
          <a:xfrm>
            <a:off x="6096000" y="696326"/>
            <a:ext cx="5229262" cy="55605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xmlns="" id="{7EBEA350-35C7-4364-8030-1186D6464035}"/>
              </a:ext>
            </a:extLst>
          </p:cNvPr>
          <p:cNvSpPr/>
          <p:nvPr/>
        </p:nvSpPr>
        <p:spPr>
          <a:xfrm>
            <a:off x="6376999" y="939961"/>
            <a:ext cx="920840" cy="2494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xmlns="" id="{B58384F5-4E6C-4B49-9542-033D6C33800C}"/>
              </a:ext>
            </a:extLst>
          </p:cNvPr>
          <p:cNvSpPr/>
          <p:nvPr/>
        </p:nvSpPr>
        <p:spPr>
          <a:xfrm>
            <a:off x="6376999" y="3434312"/>
            <a:ext cx="920840" cy="2494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1D2CD42E-4BE0-492C-94E2-D6778B289528}"/>
              </a:ext>
            </a:extLst>
          </p:cNvPr>
          <p:cNvSpPr/>
          <p:nvPr/>
        </p:nvSpPr>
        <p:spPr>
          <a:xfrm>
            <a:off x="10212185" y="939961"/>
            <a:ext cx="920840" cy="2494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xmlns="" id="{04DC1FBD-C033-4A55-9723-E0C188ADD855}"/>
              </a:ext>
            </a:extLst>
          </p:cNvPr>
          <p:cNvSpPr/>
          <p:nvPr/>
        </p:nvSpPr>
        <p:spPr>
          <a:xfrm>
            <a:off x="10212185" y="3434312"/>
            <a:ext cx="920840" cy="2494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xmlns="" id="{ECA1E61D-8826-438D-BEA0-2220E1DE4176}"/>
              </a:ext>
            </a:extLst>
          </p:cNvPr>
          <p:cNvSpPr/>
          <p:nvPr/>
        </p:nvSpPr>
        <p:spPr>
          <a:xfrm>
            <a:off x="7633047" y="939961"/>
            <a:ext cx="920840" cy="2259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xmlns="" id="{B6236271-3A71-4CFF-8E27-F5E2DF4F1B8F}"/>
              </a:ext>
            </a:extLst>
          </p:cNvPr>
          <p:cNvSpPr/>
          <p:nvPr/>
        </p:nvSpPr>
        <p:spPr>
          <a:xfrm>
            <a:off x="7633047" y="3199665"/>
            <a:ext cx="920840" cy="2259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xmlns="" id="{8965655C-52CF-4FF0-BE8C-C143357B3421}"/>
              </a:ext>
            </a:extLst>
          </p:cNvPr>
          <p:cNvSpPr/>
          <p:nvPr/>
        </p:nvSpPr>
        <p:spPr>
          <a:xfrm>
            <a:off x="8889094" y="939961"/>
            <a:ext cx="920840" cy="2259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A44AC591-CADF-4ADE-A0CB-EF395A6DD1B2}"/>
              </a:ext>
            </a:extLst>
          </p:cNvPr>
          <p:cNvSpPr/>
          <p:nvPr/>
        </p:nvSpPr>
        <p:spPr>
          <a:xfrm>
            <a:off x="8889094" y="3199664"/>
            <a:ext cx="920840" cy="2259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83C6CE9E-5DFD-49B6-B4D2-98B095C16A91}"/>
              </a:ext>
            </a:extLst>
          </p:cNvPr>
          <p:cNvSpPr txBox="1"/>
          <p:nvPr/>
        </p:nvSpPr>
        <p:spPr>
          <a:xfrm>
            <a:off x="6115041" y="1680158"/>
            <a:ext cx="1407288" cy="98488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10</a:t>
            </a:r>
            <a:endParaRPr lang="nl-NL" sz="3200" dirty="0"/>
          </a:p>
        </p:txBody>
      </p:sp>
      <p:pic>
        <p:nvPicPr>
          <p:cNvPr id="73" name="Graphic 72" descr="Forbidden">
            <a:extLst>
              <a:ext uri="{FF2B5EF4-FFF2-40B4-BE49-F238E27FC236}">
                <a16:creationId xmlns:a16="http://schemas.microsoft.com/office/drawing/2014/main" xmlns="" id="{A4D9A770-55D6-4728-A506-C717F55013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391818" y="5186823"/>
            <a:ext cx="658531" cy="658531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C11BF2FE-9846-44E4-A7C3-7FD2D91E5D0B}"/>
              </a:ext>
            </a:extLst>
          </p:cNvPr>
          <p:cNvSpPr txBox="1"/>
          <p:nvPr/>
        </p:nvSpPr>
        <p:spPr>
          <a:xfrm>
            <a:off x="6096000" y="4184233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9</a:t>
            </a:r>
            <a:endParaRPr lang="nl-NL" sz="3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2B831446-7FA9-4C0A-8C7C-EA73C305AB24}"/>
              </a:ext>
            </a:extLst>
          </p:cNvPr>
          <p:cNvSpPr txBox="1"/>
          <p:nvPr/>
        </p:nvSpPr>
        <p:spPr>
          <a:xfrm>
            <a:off x="7343866" y="1726450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12</a:t>
            </a:r>
            <a:endParaRPr lang="nl-NL" sz="3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BF2B737D-1810-4F65-B1FD-CEBC56BE9782}"/>
              </a:ext>
            </a:extLst>
          </p:cNvPr>
          <p:cNvSpPr txBox="1"/>
          <p:nvPr/>
        </p:nvSpPr>
        <p:spPr>
          <a:xfrm>
            <a:off x="7343866" y="4166703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11</a:t>
            </a:r>
            <a:endParaRPr lang="nl-NL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D0BF71A1-E2B3-4D25-80D0-79CD9B218FDA}"/>
              </a:ext>
            </a:extLst>
          </p:cNvPr>
          <p:cNvSpPr txBox="1"/>
          <p:nvPr/>
        </p:nvSpPr>
        <p:spPr>
          <a:xfrm>
            <a:off x="8585439" y="4166702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13</a:t>
            </a:r>
            <a:endParaRPr lang="nl-NL" sz="3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0A5FF801-8505-465B-96D8-EBE15EB0F2BE}"/>
              </a:ext>
            </a:extLst>
          </p:cNvPr>
          <p:cNvSpPr txBox="1"/>
          <p:nvPr/>
        </p:nvSpPr>
        <p:spPr>
          <a:xfrm>
            <a:off x="8617265" y="1726450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14</a:t>
            </a:r>
            <a:endParaRPr lang="nl-NL" sz="3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03066119-B83C-47E1-AEC5-ECAF924646EB}"/>
              </a:ext>
            </a:extLst>
          </p:cNvPr>
          <p:cNvSpPr txBox="1"/>
          <p:nvPr/>
        </p:nvSpPr>
        <p:spPr>
          <a:xfrm>
            <a:off x="9949920" y="1714791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16</a:t>
            </a:r>
            <a:endParaRPr lang="nl-NL" sz="3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7B02760E-5871-47D7-8657-8B0EF1C05729}"/>
              </a:ext>
            </a:extLst>
          </p:cNvPr>
          <p:cNvSpPr txBox="1"/>
          <p:nvPr/>
        </p:nvSpPr>
        <p:spPr>
          <a:xfrm>
            <a:off x="9924230" y="4184233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15</a:t>
            </a:r>
            <a:endParaRPr lang="nl-NL" sz="3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774BF673-CB81-4EF0-8A4D-21B8C2C053EB}"/>
              </a:ext>
            </a:extLst>
          </p:cNvPr>
          <p:cNvSpPr txBox="1"/>
          <p:nvPr/>
        </p:nvSpPr>
        <p:spPr>
          <a:xfrm>
            <a:off x="7526204" y="294282"/>
            <a:ext cx="2498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b="1" dirty="0" err="1"/>
              <a:t>Compartment</a:t>
            </a:r>
            <a:r>
              <a:rPr lang="nl-NL" sz="2000" b="1" dirty="0"/>
              <a:t> 2</a:t>
            </a:r>
            <a:endParaRPr lang="nl-NL" sz="3600" b="1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xmlns="" id="{CE356237-96F9-49BD-BB0E-A746B78D957E}"/>
              </a:ext>
            </a:extLst>
          </p:cNvPr>
          <p:cNvCxnSpPr>
            <a:cxnSpLocks/>
          </p:cNvCxnSpPr>
          <p:nvPr/>
        </p:nvCxnSpPr>
        <p:spPr>
          <a:xfrm flipV="1">
            <a:off x="1784471" y="2426679"/>
            <a:ext cx="0" cy="2361460"/>
          </a:xfrm>
          <a:prstGeom prst="straightConnector1">
            <a:avLst/>
          </a:prstGeom>
          <a:ln w="28575">
            <a:solidFill>
              <a:schemeClr val="accent6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xmlns="" id="{FE6FAC85-D08B-43E6-8204-44D78F4B22D3}"/>
              </a:ext>
            </a:extLst>
          </p:cNvPr>
          <p:cNvCxnSpPr>
            <a:cxnSpLocks/>
          </p:cNvCxnSpPr>
          <p:nvPr/>
        </p:nvCxnSpPr>
        <p:spPr>
          <a:xfrm flipV="1">
            <a:off x="4309203" y="2426679"/>
            <a:ext cx="0" cy="2361460"/>
          </a:xfrm>
          <a:prstGeom prst="straightConnector1">
            <a:avLst/>
          </a:prstGeom>
          <a:ln w="28575">
            <a:solidFill>
              <a:schemeClr val="accent6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xmlns="" id="{9AB925FA-F245-499A-9E25-E7CEEBEBE0AA}"/>
              </a:ext>
            </a:extLst>
          </p:cNvPr>
          <p:cNvCxnSpPr>
            <a:cxnSpLocks/>
          </p:cNvCxnSpPr>
          <p:nvPr/>
        </p:nvCxnSpPr>
        <p:spPr>
          <a:xfrm flipV="1">
            <a:off x="7476654" y="2357138"/>
            <a:ext cx="0" cy="2361460"/>
          </a:xfrm>
          <a:prstGeom prst="straightConnector1">
            <a:avLst/>
          </a:prstGeom>
          <a:ln w="28575">
            <a:solidFill>
              <a:schemeClr val="accent6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xmlns="" id="{4D8B9C12-AC50-47BD-AAAD-9029D82A214C}"/>
              </a:ext>
            </a:extLst>
          </p:cNvPr>
          <p:cNvCxnSpPr>
            <a:cxnSpLocks/>
          </p:cNvCxnSpPr>
          <p:nvPr/>
        </p:nvCxnSpPr>
        <p:spPr>
          <a:xfrm flipV="1">
            <a:off x="10034970" y="2248270"/>
            <a:ext cx="0" cy="2361460"/>
          </a:xfrm>
          <a:prstGeom prst="straightConnector1">
            <a:avLst/>
          </a:prstGeom>
          <a:ln w="28575">
            <a:solidFill>
              <a:schemeClr val="accent6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oup 89">
            <a:extLst>
              <a:ext uri="{FF2B5EF4-FFF2-40B4-BE49-F238E27FC236}">
                <a16:creationId xmlns:a16="http://schemas.microsoft.com/office/drawing/2014/main" xmlns="" id="{E9ED8BF6-CACE-401F-BB6A-0AC95183B490}"/>
              </a:ext>
            </a:extLst>
          </p:cNvPr>
          <p:cNvGrpSpPr/>
          <p:nvPr/>
        </p:nvGrpSpPr>
        <p:grpSpPr>
          <a:xfrm>
            <a:off x="3605559" y="6241465"/>
            <a:ext cx="914288" cy="199886"/>
            <a:chOff x="3605559" y="6241465"/>
            <a:chExt cx="914288" cy="199886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xmlns="" id="{91199072-B805-4616-BA2B-C68ACFFFCC75}"/>
                </a:ext>
              </a:extLst>
            </p:cNvPr>
            <p:cNvSpPr/>
            <p:nvPr/>
          </p:nvSpPr>
          <p:spPr>
            <a:xfrm>
              <a:off x="3605559" y="6241465"/>
              <a:ext cx="897694" cy="5326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xmlns="" id="{CA485C58-57A1-4306-A7FB-A6B16CB06383}"/>
                </a:ext>
              </a:extLst>
            </p:cNvPr>
            <p:cNvSpPr/>
            <p:nvPr/>
          </p:nvSpPr>
          <p:spPr>
            <a:xfrm rot="9480000">
              <a:off x="3828868" y="6395632"/>
              <a:ext cx="690979" cy="4571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xmlns="" id="{C06C77D1-4133-4D09-BF95-14622B57F56F}"/>
              </a:ext>
            </a:extLst>
          </p:cNvPr>
          <p:cNvGrpSpPr/>
          <p:nvPr/>
        </p:nvGrpSpPr>
        <p:grpSpPr>
          <a:xfrm flipH="1">
            <a:off x="7415196" y="6237788"/>
            <a:ext cx="914288" cy="199886"/>
            <a:chOff x="3605559" y="6241465"/>
            <a:chExt cx="914288" cy="199886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xmlns="" id="{81A2DAEE-2BC1-4F2B-A680-056EA1D6292A}"/>
                </a:ext>
              </a:extLst>
            </p:cNvPr>
            <p:cNvSpPr/>
            <p:nvPr/>
          </p:nvSpPr>
          <p:spPr>
            <a:xfrm>
              <a:off x="3605559" y="6241465"/>
              <a:ext cx="897694" cy="5326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xmlns="" id="{63581806-62D3-4EB8-8B8F-A48CE1746FE7}"/>
                </a:ext>
              </a:extLst>
            </p:cNvPr>
            <p:cNvSpPr/>
            <p:nvPr/>
          </p:nvSpPr>
          <p:spPr>
            <a:xfrm rot="9480000">
              <a:off x="3828868" y="6395632"/>
              <a:ext cx="690979" cy="4571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xmlns="" id="{ED011E69-C99C-4AF4-AF63-7B8B7EF92973}"/>
              </a:ext>
            </a:extLst>
          </p:cNvPr>
          <p:cNvSpPr txBox="1"/>
          <p:nvPr/>
        </p:nvSpPr>
        <p:spPr>
          <a:xfrm>
            <a:off x="3366825" y="6046825"/>
            <a:ext cx="14072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50" b="1" dirty="0"/>
              <a:t>Door</a:t>
            </a:r>
            <a:endParaRPr lang="nl-NL" sz="160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1D5EFDCA-F04F-4BBF-9337-32AC258922C5}"/>
              </a:ext>
            </a:extLst>
          </p:cNvPr>
          <p:cNvSpPr txBox="1"/>
          <p:nvPr/>
        </p:nvSpPr>
        <p:spPr>
          <a:xfrm>
            <a:off x="7176993" y="6012774"/>
            <a:ext cx="14072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50" b="1" dirty="0"/>
              <a:t>Door</a:t>
            </a:r>
            <a:endParaRPr lang="nl-NL" sz="1600" b="1" dirty="0"/>
          </a:p>
        </p:txBody>
      </p:sp>
    </p:spTree>
    <p:extLst>
      <p:ext uri="{BB962C8B-B14F-4D97-AF65-F5344CB8AC3E}">
        <p14:creationId xmlns:p14="http://schemas.microsoft.com/office/powerpoint/2010/main" val="29699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xmlns="" id="{C0F45E91-F824-4969-B9DA-6CAAF7E98810}"/>
              </a:ext>
            </a:extLst>
          </p:cNvPr>
          <p:cNvSpPr/>
          <p:nvPr/>
        </p:nvSpPr>
        <p:spPr>
          <a:xfrm>
            <a:off x="6096000" y="696326"/>
            <a:ext cx="5229262" cy="55605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xmlns="" id="{7EBEA350-35C7-4364-8030-1186D6464035}"/>
              </a:ext>
            </a:extLst>
          </p:cNvPr>
          <p:cNvSpPr/>
          <p:nvPr/>
        </p:nvSpPr>
        <p:spPr>
          <a:xfrm>
            <a:off x="6376999" y="939961"/>
            <a:ext cx="920840" cy="2494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xmlns="" id="{B58384F5-4E6C-4B49-9542-033D6C33800C}"/>
              </a:ext>
            </a:extLst>
          </p:cNvPr>
          <p:cNvSpPr/>
          <p:nvPr/>
        </p:nvSpPr>
        <p:spPr>
          <a:xfrm>
            <a:off x="6376999" y="3434312"/>
            <a:ext cx="920840" cy="2494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1D2CD42E-4BE0-492C-94E2-D6778B289528}"/>
              </a:ext>
            </a:extLst>
          </p:cNvPr>
          <p:cNvSpPr/>
          <p:nvPr/>
        </p:nvSpPr>
        <p:spPr>
          <a:xfrm>
            <a:off x="10212185" y="939961"/>
            <a:ext cx="920840" cy="2494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xmlns="" id="{04DC1FBD-C033-4A55-9723-E0C188ADD855}"/>
              </a:ext>
            </a:extLst>
          </p:cNvPr>
          <p:cNvSpPr/>
          <p:nvPr/>
        </p:nvSpPr>
        <p:spPr>
          <a:xfrm>
            <a:off x="10212185" y="3434312"/>
            <a:ext cx="920840" cy="2494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xmlns="" id="{ECA1E61D-8826-438D-BEA0-2220E1DE4176}"/>
              </a:ext>
            </a:extLst>
          </p:cNvPr>
          <p:cNvSpPr/>
          <p:nvPr/>
        </p:nvSpPr>
        <p:spPr>
          <a:xfrm>
            <a:off x="7633047" y="939961"/>
            <a:ext cx="920840" cy="2259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xmlns="" id="{B6236271-3A71-4CFF-8E27-F5E2DF4F1B8F}"/>
              </a:ext>
            </a:extLst>
          </p:cNvPr>
          <p:cNvSpPr/>
          <p:nvPr/>
        </p:nvSpPr>
        <p:spPr>
          <a:xfrm>
            <a:off x="7633047" y="3199665"/>
            <a:ext cx="920840" cy="2259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xmlns="" id="{8965655C-52CF-4FF0-BE8C-C143357B3421}"/>
              </a:ext>
            </a:extLst>
          </p:cNvPr>
          <p:cNvSpPr/>
          <p:nvPr/>
        </p:nvSpPr>
        <p:spPr>
          <a:xfrm>
            <a:off x="8889094" y="939961"/>
            <a:ext cx="920840" cy="2259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A44AC591-CADF-4ADE-A0CB-EF395A6DD1B2}"/>
              </a:ext>
            </a:extLst>
          </p:cNvPr>
          <p:cNvSpPr/>
          <p:nvPr/>
        </p:nvSpPr>
        <p:spPr>
          <a:xfrm>
            <a:off x="8889094" y="3199664"/>
            <a:ext cx="920840" cy="225970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83C6CE9E-5DFD-49B6-B4D2-98B095C16A91}"/>
              </a:ext>
            </a:extLst>
          </p:cNvPr>
          <p:cNvSpPr txBox="1"/>
          <p:nvPr/>
        </p:nvSpPr>
        <p:spPr>
          <a:xfrm>
            <a:off x="6115041" y="1680158"/>
            <a:ext cx="1407288" cy="98488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10</a:t>
            </a:r>
            <a:endParaRPr lang="nl-NL" sz="3200" dirty="0"/>
          </a:p>
        </p:txBody>
      </p:sp>
      <p:pic>
        <p:nvPicPr>
          <p:cNvPr id="73" name="Graphic 72" descr="Forbidden">
            <a:extLst>
              <a:ext uri="{FF2B5EF4-FFF2-40B4-BE49-F238E27FC236}">
                <a16:creationId xmlns:a16="http://schemas.microsoft.com/office/drawing/2014/main" xmlns="" id="{A4D9A770-55D6-4728-A506-C717F55013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91818" y="5186823"/>
            <a:ext cx="658531" cy="658531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C11BF2FE-9846-44E4-A7C3-7FD2D91E5D0B}"/>
              </a:ext>
            </a:extLst>
          </p:cNvPr>
          <p:cNvSpPr txBox="1"/>
          <p:nvPr/>
        </p:nvSpPr>
        <p:spPr>
          <a:xfrm>
            <a:off x="6096000" y="4184233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9</a:t>
            </a:r>
            <a:endParaRPr lang="nl-NL" sz="3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2B831446-7FA9-4C0A-8C7C-EA73C305AB24}"/>
              </a:ext>
            </a:extLst>
          </p:cNvPr>
          <p:cNvSpPr txBox="1"/>
          <p:nvPr/>
        </p:nvSpPr>
        <p:spPr>
          <a:xfrm>
            <a:off x="7343866" y="1726450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12</a:t>
            </a:r>
            <a:endParaRPr lang="nl-NL" sz="3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BF2B737D-1810-4F65-B1FD-CEBC56BE9782}"/>
              </a:ext>
            </a:extLst>
          </p:cNvPr>
          <p:cNvSpPr txBox="1"/>
          <p:nvPr/>
        </p:nvSpPr>
        <p:spPr>
          <a:xfrm>
            <a:off x="7343866" y="4166703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11</a:t>
            </a:r>
            <a:endParaRPr lang="nl-NL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D0BF71A1-E2B3-4D25-80D0-79CD9B218FDA}"/>
              </a:ext>
            </a:extLst>
          </p:cNvPr>
          <p:cNvSpPr txBox="1"/>
          <p:nvPr/>
        </p:nvSpPr>
        <p:spPr>
          <a:xfrm>
            <a:off x="8585439" y="4166702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13</a:t>
            </a:r>
            <a:endParaRPr lang="nl-NL" sz="3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0A5FF801-8505-465B-96D8-EBE15EB0F2BE}"/>
              </a:ext>
            </a:extLst>
          </p:cNvPr>
          <p:cNvSpPr txBox="1"/>
          <p:nvPr/>
        </p:nvSpPr>
        <p:spPr>
          <a:xfrm>
            <a:off x="8617265" y="1726450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14</a:t>
            </a:r>
            <a:endParaRPr lang="nl-NL" sz="3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03066119-B83C-47E1-AEC5-ECAF924646EB}"/>
              </a:ext>
            </a:extLst>
          </p:cNvPr>
          <p:cNvSpPr txBox="1"/>
          <p:nvPr/>
        </p:nvSpPr>
        <p:spPr>
          <a:xfrm>
            <a:off x="9949920" y="1714791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16</a:t>
            </a:r>
            <a:endParaRPr lang="nl-NL" sz="3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7B02760E-5871-47D7-8657-8B0EF1C05729}"/>
              </a:ext>
            </a:extLst>
          </p:cNvPr>
          <p:cNvSpPr txBox="1"/>
          <p:nvPr/>
        </p:nvSpPr>
        <p:spPr>
          <a:xfrm>
            <a:off x="9924230" y="4184233"/>
            <a:ext cx="14072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Block</a:t>
            </a:r>
            <a:r>
              <a:rPr lang="nl-NL" sz="3200" dirty="0"/>
              <a:t/>
            </a:r>
            <a:br>
              <a:rPr lang="nl-NL" sz="3200" dirty="0"/>
            </a:br>
            <a:r>
              <a:rPr lang="nl-NL" sz="4000" dirty="0"/>
              <a:t>15</a:t>
            </a:r>
            <a:endParaRPr lang="nl-NL" sz="3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774BF673-CB81-4EF0-8A4D-21B8C2C053EB}"/>
              </a:ext>
            </a:extLst>
          </p:cNvPr>
          <p:cNvSpPr txBox="1"/>
          <p:nvPr/>
        </p:nvSpPr>
        <p:spPr>
          <a:xfrm>
            <a:off x="7526204" y="294282"/>
            <a:ext cx="2498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b="1" dirty="0" err="1"/>
              <a:t>Compartment</a:t>
            </a:r>
            <a:r>
              <a:rPr lang="nl-NL" sz="2000" b="1" dirty="0"/>
              <a:t> 2</a:t>
            </a:r>
            <a:endParaRPr lang="nl-NL" sz="3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xmlns="" id="{9AB925FA-F245-499A-9E25-E7CEEBEBE0AA}"/>
              </a:ext>
            </a:extLst>
          </p:cNvPr>
          <p:cNvCxnSpPr>
            <a:cxnSpLocks/>
          </p:cNvCxnSpPr>
          <p:nvPr/>
        </p:nvCxnSpPr>
        <p:spPr>
          <a:xfrm flipV="1">
            <a:off x="7476654" y="2357138"/>
            <a:ext cx="0" cy="2361460"/>
          </a:xfrm>
          <a:prstGeom prst="straightConnector1">
            <a:avLst/>
          </a:prstGeom>
          <a:ln w="28575">
            <a:solidFill>
              <a:schemeClr val="accent6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xmlns="" id="{4D8B9C12-AC50-47BD-AAAD-9029D82A214C}"/>
              </a:ext>
            </a:extLst>
          </p:cNvPr>
          <p:cNvCxnSpPr>
            <a:cxnSpLocks/>
          </p:cNvCxnSpPr>
          <p:nvPr/>
        </p:nvCxnSpPr>
        <p:spPr>
          <a:xfrm flipV="1">
            <a:off x="10034970" y="2248270"/>
            <a:ext cx="0" cy="2361460"/>
          </a:xfrm>
          <a:prstGeom prst="straightConnector1">
            <a:avLst/>
          </a:prstGeom>
          <a:ln w="28575">
            <a:solidFill>
              <a:schemeClr val="accent6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xmlns="" id="{C06C77D1-4133-4D09-BF95-14622B57F56F}"/>
              </a:ext>
            </a:extLst>
          </p:cNvPr>
          <p:cNvGrpSpPr/>
          <p:nvPr/>
        </p:nvGrpSpPr>
        <p:grpSpPr>
          <a:xfrm flipH="1">
            <a:off x="7415196" y="6237788"/>
            <a:ext cx="914288" cy="199886"/>
            <a:chOff x="3605559" y="6241465"/>
            <a:chExt cx="914288" cy="199886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xmlns="" id="{81A2DAEE-2BC1-4F2B-A680-056EA1D6292A}"/>
                </a:ext>
              </a:extLst>
            </p:cNvPr>
            <p:cNvSpPr/>
            <p:nvPr/>
          </p:nvSpPr>
          <p:spPr>
            <a:xfrm>
              <a:off x="3605559" y="6241465"/>
              <a:ext cx="897694" cy="5326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xmlns="" id="{63581806-62D3-4EB8-8B8F-A48CE1746FE7}"/>
                </a:ext>
              </a:extLst>
            </p:cNvPr>
            <p:cNvSpPr/>
            <p:nvPr/>
          </p:nvSpPr>
          <p:spPr>
            <a:xfrm rot="9480000">
              <a:off x="3828868" y="6395632"/>
              <a:ext cx="690979" cy="4571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B127502B-95B4-475A-AD2E-973FB0E0C7E7}"/>
              </a:ext>
            </a:extLst>
          </p:cNvPr>
          <p:cNvGrpSpPr/>
          <p:nvPr/>
        </p:nvGrpSpPr>
        <p:grpSpPr>
          <a:xfrm>
            <a:off x="412476" y="294282"/>
            <a:ext cx="5261208" cy="6147069"/>
            <a:chOff x="412476" y="294282"/>
            <a:chExt cx="5261208" cy="614706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xmlns="" id="{AB94B50B-FD8E-49B6-981B-DF447312E339}"/>
                </a:ext>
              </a:extLst>
            </p:cNvPr>
            <p:cNvSpPr/>
            <p:nvPr/>
          </p:nvSpPr>
          <p:spPr>
            <a:xfrm>
              <a:off x="412476" y="696326"/>
              <a:ext cx="5229262" cy="556052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C61E132E-C392-4510-9059-BA6660FDC0D5}"/>
                </a:ext>
              </a:extLst>
            </p:cNvPr>
            <p:cNvSpPr/>
            <p:nvPr/>
          </p:nvSpPr>
          <p:spPr>
            <a:xfrm>
              <a:off x="693475" y="939961"/>
              <a:ext cx="920840" cy="2494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3846AD8D-4C5B-4B5A-B653-2B5BE55F3F75}"/>
                </a:ext>
              </a:extLst>
            </p:cNvPr>
            <p:cNvSpPr/>
            <p:nvPr/>
          </p:nvSpPr>
          <p:spPr>
            <a:xfrm>
              <a:off x="693475" y="3434312"/>
              <a:ext cx="920840" cy="2494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C1063DE2-09E9-4701-912B-5794D38E8A4B}"/>
                </a:ext>
              </a:extLst>
            </p:cNvPr>
            <p:cNvSpPr/>
            <p:nvPr/>
          </p:nvSpPr>
          <p:spPr>
            <a:xfrm>
              <a:off x="4528661" y="939961"/>
              <a:ext cx="920840" cy="2494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0E568AF3-AD84-4EFC-96C1-B37C137370DF}"/>
                </a:ext>
              </a:extLst>
            </p:cNvPr>
            <p:cNvSpPr/>
            <p:nvPr/>
          </p:nvSpPr>
          <p:spPr>
            <a:xfrm>
              <a:off x="4528661" y="3434312"/>
              <a:ext cx="920840" cy="2494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AE5292FB-4101-4253-A83A-15B57CE7F785}"/>
                </a:ext>
              </a:extLst>
            </p:cNvPr>
            <p:cNvSpPr/>
            <p:nvPr/>
          </p:nvSpPr>
          <p:spPr>
            <a:xfrm>
              <a:off x="1949523" y="939961"/>
              <a:ext cx="920840" cy="2259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68B5FA36-1564-4CCB-ADD4-55ED4BED5EC5}"/>
                </a:ext>
              </a:extLst>
            </p:cNvPr>
            <p:cNvSpPr/>
            <p:nvPr/>
          </p:nvSpPr>
          <p:spPr>
            <a:xfrm>
              <a:off x="1949523" y="3199665"/>
              <a:ext cx="920840" cy="2259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B782D45C-ACDB-436F-8B60-68A666620AB5}"/>
                </a:ext>
              </a:extLst>
            </p:cNvPr>
            <p:cNvSpPr/>
            <p:nvPr/>
          </p:nvSpPr>
          <p:spPr>
            <a:xfrm>
              <a:off x="3205570" y="939961"/>
              <a:ext cx="920840" cy="2259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14CA7AA7-FC7F-4E14-8E35-C0FAE6B8F4FC}"/>
                </a:ext>
              </a:extLst>
            </p:cNvPr>
            <p:cNvSpPr/>
            <p:nvPr/>
          </p:nvSpPr>
          <p:spPr>
            <a:xfrm>
              <a:off x="3205570" y="3199664"/>
              <a:ext cx="920840" cy="2259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49C8F44E-0593-4B43-88B8-6907E08505ED}"/>
                </a:ext>
              </a:extLst>
            </p:cNvPr>
            <p:cNvSpPr txBox="1"/>
            <p:nvPr/>
          </p:nvSpPr>
          <p:spPr>
            <a:xfrm>
              <a:off x="431517" y="1680158"/>
              <a:ext cx="1407288" cy="98488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/>
                <a:t>Block</a:t>
              </a:r>
              <a:r>
                <a:rPr lang="nl-NL" sz="3200" dirty="0"/>
                <a:t/>
              </a:r>
              <a:br>
                <a:rPr lang="nl-NL" sz="3200" dirty="0"/>
              </a:br>
              <a:r>
                <a:rPr lang="nl-NL" sz="4000" dirty="0"/>
                <a:t>2</a:t>
              </a:r>
              <a:endParaRPr lang="nl-NL" sz="3200" dirty="0"/>
            </a:p>
          </p:txBody>
        </p:sp>
        <p:pic>
          <p:nvPicPr>
            <p:cNvPr id="52" name="Graphic 51" descr="Forbidden">
              <a:extLst>
                <a:ext uri="{FF2B5EF4-FFF2-40B4-BE49-F238E27FC236}">
                  <a16:creationId xmlns:a16="http://schemas.microsoft.com/office/drawing/2014/main" xmlns="" id="{28E54299-3214-4994-9110-0CA58F58C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2708294" y="5186823"/>
              <a:ext cx="658531" cy="658531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73F0BC6B-1260-40F4-B1EB-B86430C0B165}"/>
                </a:ext>
              </a:extLst>
            </p:cNvPr>
            <p:cNvSpPr txBox="1"/>
            <p:nvPr/>
          </p:nvSpPr>
          <p:spPr>
            <a:xfrm>
              <a:off x="412476" y="4184233"/>
              <a:ext cx="140728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/>
                <a:t>Block</a:t>
              </a:r>
              <a:r>
                <a:rPr lang="nl-NL" sz="3200" dirty="0"/>
                <a:t/>
              </a:r>
              <a:br>
                <a:rPr lang="nl-NL" sz="3200" dirty="0"/>
              </a:br>
              <a:r>
                <a:rPr lang="nl-NL" sz="4000" dirty="0"/>
                <a:t>1</a:t>
              </a:r>
              <a:endParaRPr lang="nl-NL" sz="32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4BA188C1-49C5-4E2B-B559-8213AD80F816}"/>
                </a:ext>
              </a:extLst>
            </p:cNvPr>
            <p:cNvSpPr txBox="1"/>
            <p:nvPr/>
          </p:nvSpPr>
          <p:spPr>
            <a:xfrm>
              <a:off x="1660342" y="1726450"/>
              <a:ext cx="140728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/>
                <a:t>Block</a:t>
              </a:r>
              <a:r>
                <a:rPr lang="nl-NL" sz="3200" dirty="0"/>
                <a:t/>
              </a:r>
              <a:br>
                <a:rPr lang="nl-NL" sz="3200" dirty="0"/>
              </a:br>
              <a:r>
                <a:rPr lang="nl-NL" sz="4000" dirty="0"/>
                <a:t>4</a:t>
              </a:r>
              <a:endParaRPr lang="nl-NL" sz="32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889A676A-2565-42F3-B77E-676339D7AFB3}"/>
                </a:ext>
              </a:extLst>
            </p:cNvPr>
            <p:cNvSpPr txBox="1"/>
            <p:nvPr/>
          </p:nvSpPr>
          <p:spPr>
            <a:xfrm>
              <a:off x="1660342" y="4166703"/>
              <a:ext cx="140728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/>
                <a:t>Block</a:t>
              </a:r>
              <a:r>
                <a:rPr lang="nl-NL" sz="3200" dirty="0"/>
                <a:t/>
              </a:r>
              <a:br>
                <a:rPr lang="nl-NL" sz="3200" dirty="0"/>
              </a:br>
              <a:r>
                <a:rPr lang="nl-NL" sz="4000" dirty="0"/>
                <a:t>3</a:t>
              </a:r>
              <a:endParaRPr lang="nl-NL" sz="32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9AD4F17E-BE40-46F5-A884-A0541E3FED25}"/>
                </a:ext>
              </a:extLst>
            </p:cNvPr>
            <p:cNvSpPr txBox="1"/>
            <p:nvPr/>
          </p:nvSpPr>
          <p:spPr>
            <a:xfrm>
              <a:off x="2901915" y="4166702"/>
              <a:ext cx="140728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/>
                <a:t>Block</a:t>
              </a:r>
              <a:r>
                <a:rPr lang="nl-NL" sz="3200" dirty="0"/>
                <a:t/>
              </a:r>
              <a:br>
                <a:rPr lang="nl-NL" sz="3200" dirty="0"/>
              </a:br>
              <a:r>
                <a:rPr lang="nl-NL" sz="4000" dirty="0"/>
                <a:t>5</a:t>
              </a:r>
              <a:endParaRPr lang="nl-NL" sz="32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0A21648A-3A86-4B2E-83F3-716C75CF6CE2}"/>
                </a:ext>
              </a:extLst>
            </p:cNvPr>
            <p:cNvSpPr txBox="1"/>
            <p:nvPr/>
          </p:nvSpPr>
          <p:spPr>
            <a:xfrm>
              <a:off x="2933741" y="1726450"/>
              <a:ext cx="140728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/>
                <a:t>Block</a:t>
              </a:r>
              <a:r>
                <a:rPr lang="nl-NL" sz="3200" dirty="0"/>
                <a:t/>
              </a:r>
              <a:br>
                <a:rPr lang="nl-NL" sz="3200" dirty="0"/>
              </a:br>
              <a:r>
                <a:rPr lang="nl-NL" sz="4000" dirty="0"/>
                <a:t>6</a:t>
              </a:r>
              <a:endParaRPr lang="nl-NL" sz="32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C81230F8-A5DD-4AF1-B368-D54B7081B5DD}"/>
                </a:ext>
              </a:extLst>
            </p:cNvPr>
            <p:cNvSpPr txBox="1"/>
            <p:nvPr/>
          </p:nvSpPr>
          <p:spPr>
            <a:xfrm>
              <a:off x="4266396" y="1714791"/>
              <a:ext cx="140728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/>
                <a:t>Block</a:t>
              </a:r>
              <a:r>
                <a:rPr lang="nl-NL" sz="3200" dirty="0"/>
                <a:t/>
              </a:r>
              <a:br>
                <a:rPr lang="nl-NL" sz="3200" dirty="0"/>
              </a:br>
              <a:r>
                <a:rPr lang="nl-NL" sz="4000" dirty="0"/>
                <a:t>8</a:t>
              </a:r>
              <a:endParaRPr lang="nl-NL" sz="32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6B245AFF-737F-4F80-936D-F6D74D5AEAD6}"/>
                </a:ext>
              </a:extLst>
            </p:cNvPr>
            <p:cNvSpPr txBox="1"/>
            <p:nvPr/>
          </p:nvSpPr>
          <p:spPr>
            <a:xfrm>
              <a:off x="4240706" y="4184233"/>
              <a:ext cx="140728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/>
                <a:t>Block</a:t>
              </a:r>
              <a:r>
                <a:rPr lang="nl-NL" sz="3200" dirty="0"/>
                <a:t/>
              </a:r>
              <a:br>
                <a:rPr lang="nl-NL" sz="3200" dirty="0"/>
              </a:br>
              <a:r>
                <a:rPr lang="nl-NL" sz="4000" dirty="0"/>
                <a:t>9</a:t>
              </a:r>
              <a:endParaRPr lang="nl-NL" sz="32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D589AC7A-A379-4B4A-9EED-1819F97BA47E}"/>
                </a:ext>
              </a:extLst>
            </p:cNvPr>
            <p:cNvSpPr txBox="1"/>
            <p:nvPr/>
          </p:nvSpPr>
          <p:spPr>
            <a:xfrm>
              <a:off x="1842680" y="294282"/>
              <a:ext cx="24983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000" b="1" dirty="0" err="1"/>
                <a:t>Compartment</a:t>
              </a:r>
              <a:r>
                <a:rPr lang="nl-NL" sz="2000" b="1" dirty="0"/>
                <a:t> 1</a:t>
              </a:r>
              <a:endParaRPr lang="nl-NL" sz="3600" b="1" dirty="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xmlns="" id="{CE356237-96F9-49BD-BB0E-A746B78D95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4471" y="2426679"/>
              <a:ext cx="0" cy="2361460"/>
            </a:xfrm>
            <a:prstGeom prst="straightConnector1">
              <a:avLst/>
            </a:prstGeom>
            <a:ln w="28575">
              <a:solidFill>
                <a:schemeClr val="accent6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xmlns="" id="{FE6FAC85-D08B-43E6-8204-44D78F4B22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9203" y="2426679"/>
              <a:ext cx="0" cy="2361460"/>
            </a:xfrm>
            <a:prstGeom prst="straightConnector1">
              <a:avLst/>
            </a:prstGeom>
            <a:ln w="28575">
              <a:solidFill>
                <a:schemeClr val="accent6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E9ED8BF6-CACE-401F-BB6A-0AC95183B490}"/>
                </a:ext>
              </a:extLst>
            </p:cNvPr>
            <p:cNvGrpSpPr/>
            <p:nvPr/>
          </p:nvGrpSpPr>
          <p:grpSpPr>
            <a:xfrm>
              <a:off x="3605559" y="6241465"/>
              <a:ext cx="914288" cy="199886"/>
              <a:chOff x="3605559" y="6241465"/>
              <a:chExt cx="914288" cy="199886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xmlns="" id="{91199072-B805-4616-BA2B-C68ACFFFCC75}"/>
                  </a:ext>
                </a:extLst>
              </p:cNvPr>
              <p:cNvSpPr/>
              <p:nvPr/>
            </p:nvSpPr>
            <p:spPr>
              <a:xfrm>
                <a:off x="3605559" y="6241465"/>
                <a:ext cx="897694" cy="53267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xmlns="" id="{CA485C58-57A1-4306-A7FB-A6B16CB06383}"/>
                  </a:ext>
                </a:extLst>
              </p:cNvPr>
              <p:cNvSpPr/>
              <p:nvPr/>
            </p:nvSpPr>
            <p:spPr>
              <a:xfrm rot="9480000">
                <a:off x="3828868" y="6395632"/>
                <a:ext cx="690979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xmlns="" id="{ED011E69-C99C-4AF4-AF63-7B8B7EF92973}"/>
                </a:ext>
              </a:extLst>
            </p:cNvPr>
            <p:cNvSpPr txBox="1"/>
            <p:nvPr/>
          </p:nvSpPr>
          <p:spPr>
            <a:xfrm>
              <a:off x="3366825" y="6046825"/>
              <a:ext cx="1407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1050" b="1" dirty="0"/>
                <a:t>Door</a:t>
              </a:r>
              <a:endParaRPr lang="nl-NL" sz="1600" b="1" dirty="0"/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1D5EFDCA-F04F-4BBF-9337-32AC258922C5}"/>
              </a:ext>
            </a:extLst>
          </p:cNvPr>
          <p:cNvSpPr txBox="1"/>
          <p:nvPr/>
        </p:nvSpPr>
        <p:spPr>
          <a:xfrm>
            <a:off x="7176993" y="6012774"/>
            <a:ext cx="14072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50" b="1" dirty="0"/>
              <a:t>Door</a:t>
            </a:r>
            <a:endParaRPr lang="nl-NL" sz="1600" b="1" dirty="0"/>
          </a:p>
        </p:txBody>
      </p:sp>
    </p:spTree>
    <p:extLst>
      <p:ext uri="{BB962C8B-B14F-4D97-AF65-F5344CB8AC3E}">
        <p14:creationId xmlns:p14="http://schemas.microsoft.com/office/powerpoint/2010/main" val="924933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5E56F173-CE41-45FB-BF31-CF61E13231EB}"/>
              </a:ext>
            </a:extLst>
          </p:cNvPr>
          <p:cNvGrpSpPr/>
          <p:nvPr/>
        </p:nvGrpSpPr>
        <p:grpSpPr>
          <a:xfrm>
            <a:off x="994300" y="0"/>
            <a:ext cx="10495445" cy="6607935"/>
            <a:chOff x="412476" y="346662"/>
            <a:chExt cx="5302606" cy="618610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F154CFC9-D37F-45C8-A8BC-6DA32CC47054}"/>
                </a:ext>
              </a:extLst>
            </p:cNvPr>
            <p:cNvSpPr/>
            <p:nvPr/>
          </p:nvSpPr>
          <p:spPr>
            <a:xfrm>
              <a:off x="412476" y="707570"/>
              <a:ext cx="5229262" cy="556052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EA16B7FF-1A85-4A94-9363-A70870BE75FC}"/>
                </a:ext>
              </a:extLst>
            </p:cNvPr>
            <p:cNvSpPr/>
            <p:nvPr/>
          </p:nvSpPr>
          <p:spPr>
            <a:xfrm>
              <a:off x="693475" y="939960"/>
              <a:ext cx="912079" cy="24983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B225C072-656C-41B8-80C6-0C197E087AB0}"/>
                </a:ext>
              </a:extLst>
            </p:cNvPr>
            <p:cNvSpPr/>
            <p:nvPr/>
          </p:nvSpPr>
          <p:spPr>
            <a:xfrm>
              <a:off x="693475" y="3434312"/>
              <a:ext cx="908203" cy="2494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8A0EE911-6FCF-4214-8BBB-94A29760136E}"/>
                </a:ext>
              </a:extLst>
            </p:cNvPr>
            <p:cNvSpPr/>
            <p:nvPr/>
          </p:nvSpPr>
          <p:spPr>
            <a:xfrm>
              <a:off x="4528661" y="939961"/>
              <a:ext cx="920840" cy="2494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9DEDC10F-D7AB-4FAC-A114-F84BBD88484D}"/>
                </a:ext>
              </a:extLst>
            </p:cNvPr>
            <p:cNvSpPr/>
            <p:nvPr/>
          </p:nvSpPr>
          <p:spPr>
            <a:xfrm>
              <a:off x="4528661" y="3434312"/>
              <a:ext cx="920840" cy="2494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2B5D5915-4671-416E-A012-09B323828A04}"/>
                </a:ext>
              </a:extLst>
            </p:cNvPr>
            <p:cNvSpPr/>
            <p:nvPr/>
          </p:nvSpPr>
          <p:spPr>
            <a:xfrm>
              <a:off x="1949523" y="939961"/>
              <a:ext cx="920840" cy="2259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9F34E77F-7631-447A-B058-4384F8C5F2A5}"/>
                </a:ext>
              </a:extLst>
            </p:cNvPr>
            <p:cNvSpPr/>
            <p:nvPr/>
          </p:nvSpPr>
          <p:spPr>
            <a:xfrm>
              <a:off x="1949523" y="3199665"/>
              <a:ext cx="920840" cy="2259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A3F8CCAB-678C-4EFF-A3DB-58D35075C8D5}"/>
                </a:ext>
              </a:extLst>
            </p:cNvPr>
            <p:cNvSpPr/>
            <p:nvPr/>
          </p:nvSpPr>
          <p:spPr>
            <a:xfrm>
              <a:off x="3205570" y="939961"/>
              <a:ext cx="920840" cy="2259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C96BA310-5ADC-4FA3-926B-7D9AC3FA97DC}"/>
                </a:ext>
              </a:extLst>
            </p:cNvPr>
            <p:cNvSpPr/>
            <p:nvPr/>
          </p:nvSpPr>
          <p:spPr>
            <a:xfrm>
              <a:off x="3205570" y="3199664"/>
              <a:ext cx="920840" cy="2259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A547913E-8055-44AC-A51A-F6AF8194C4BD}"/>
                </a:ext>
              </a:extLst>
            </p:cNvPr>
            <p:cNvSpPr txBox="1"/>
            <p:nvPr/>
          </p:nvSpPr>
          <p:spPr>
            <a:xfrm>
              <a:off x="431517" y="1680158"/>
              <a:ext cx="1407288" cy="126776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2</a:t>
              </a:r>
              <a:endParaRPr lang="nl-NL" sz="4400" dirty="0"/>
            </a:p>
          </p:txBody>
        </p:sp>
        <p:pic>
          <p:nvPicPr>
            <p:cNvPr id="13" name="Graphic 12" descr="Forbidden">
              <a:extLst>
                <a:ext uri="{FF2B5EF4-FFF2-40B4-BE49-F238E27FC236}">
                  <a16:creationId xmlns:a16="http://schemas.microsoft.com/office/drawing/2014/main" xmlns="" id="{0A8D12BB-8C97-482E-A632-FA45C0A56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2839128" y="5288126"/>
              <a:ext cx="414350" cy="57560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780F7D8A-2E50-443E-8A0B-7D600AA322EC}"/>
                </a:ext>
              </a:extLst>
            </p:cNvPr>
            <p:cNvSpPr txBox="1"/>
            <p:nvPr/>
          </p:nvSpPr>
          <p:spPr>
            <a:xfrm>
              <a:off x="431517" y="3991506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1</a:t>
              </a:r>
              <a:endParaRPr lang="nl-NL" sz="4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22B0C785-E9DF-412B-BF4B-B2DD1634EA21}"/>
                </a:ext>
              </a:extLst>
            </p:cNvPr>
            <p:cNvSpPr txBox="1"/>
            <p:nvPr/>
          </p:nvSpPr>
          <p:spPr>
            <a:xfrm>
              <a:off x="1660342" y="1726450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4</a:t>
              </a:r>
              <a:endParaRPr lang="nl-NL" sz="4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F7A7DEF0-AAD5-4C14-82EC-A8C0D6CAE438}"/>
                </a:ext>
              </a:extLst>
            </p:cNvPr>
            <p:cNvSpPr txBox="1"/>
            <p:nvPr/>
          </p:nvSpPr>
          <p:spPr>
            <a:xfrm>
              <a:off x="1687659" y="3991506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3</a:t>
              </a:r>
              <a:endParaRPr lang="nl-NL" sz="44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6974C45D-FB70-4712-AC19-A644EE26C334}"/>
                </a:ext>
              </a:extLst>
            </p:cNvPr>
            <p:cNvSpPr txBox="1"/>
            <p:nvPr/>
          </p:nvSpPr>
          <p:spPr>
            <a:xfrm>
              <a:off x="2933741" y="3991506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5</a:t>
              </a:r>
              <a:endParaRPr lang="nl-NL" sz="44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543AC6C3-24F7-4122-AD51-621A0519564A}"/>
                </a:ext>
              </a:extLst>
            </p:cNvPr>
            <p:cNvSpPr txBox="1"/>
            <p:nvPr/>
          </p:nvSpPr>
          <p:spPr>
            <a:xfrm>
              <a:off x="2933741" y="1726450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6</a:t>
              </a:r>
              <a:endParaRPr lang="nl-NL" sz="4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D2C36CCE-3C36-4990-843E-362D0FA6EA18}"/>
                </a:ext>
              </a:extLst>
            </p:cNvPr>
            <p:cNvSpPr txBox="1"/>
            <p:nvPr/>
          </p:nvSpPr>
          <p:spPr>
            <a:xfrm>
              <a:off x="4266396" y="1714791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8</a:t>
              </a:r>
              <a:endParaRPr lang="nl-NL" sz="44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9CB87FD0-FD23-4C6F-9F0C-150AF416BB27}"/>
                </a:ext>
              </a:extLst>
            </p:cNvPr>
            <p:cNvSpPr txBox="1"/>
            <p:nvPr/>
          </p:nvSpPr>
          <p:spPr>
            <a:xfrm>
              <a:off x="4307794" y="4026460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9</a:t>
              </a:r>
              <a:endParaRPr lang="nl-NL" sz="4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E45B5E1D-A86D-48D8-8507-6CCF8ACAF4E3}"/>
                </a:ext>
              </a:extLst>
            </p:cNvPr>
            <p:cNvSpPr txBox="1"/>
            <p:nvPr/>
          </p:nvSpPr>
          <p:spPr>
            <a:xfrm>
              <a:off x="1744822" y="346662"/>
              <a:ext cx="2498349" cy="432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400" b="1" dirty="0" err="1"/>
                <a:t>Compartment</a:t>
              </a:r>
              <a:r>
                <a:rPr lang="nl-NL" sz="2400" b="1" dirty="0"/>
                <a:t> 1</a:t>
              </a:r>
              <a:endParaRPr lang="nl-NL" sz="4000" b="1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xmlns="" id="{8C98A017-DA5F-4D55-84A0-C3CB7D7D5C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4471" y="2426679"/>
              <a:ext cx="0" cy="2361460"/>
            </a:xfrm>
            <a:prstGeom prst="straightConnector1">
              <a:avLst/>
            </a:prstGeom>
            <a:ln w="57150">
              <a:solidFill>
                <a:schemeClr val="accent6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xmlns="" id="{D0B9FCCE-F75D-4BE0-9D1D-CACDF6A8B5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9203" y="2426679"/>
              <a:ext cx="0" cy="2361460"/>
            </a:xfrm>
            <a:prstGeom prst="straightConnector1">
              <a:avLst/>
            </a:prstGeom>
            <a:ln w="57150">
              <a:solidFill>
                <a:schemeClr val="accent6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xmlns="" id="{84C967AA-93E1-45BD-B9AA-D85C23B3927A}"/>
                </a:ext>
              </a:extLst>
            </p:cNvPr>
            <p:cNvGrpSpPr/>
            <p:nvPr/>
          </p:nvGrpSpPr>
          <p:grpSpPr>
            <a:xfrm>
              <a:off x="3605559" y="6241465"/>
              <a:ext cx="918229" cy="291299"/>
              <a:chOff x="3605559" y="6241465"/>
              <a:chExt cx="918229" cy="291299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xmlns="" id="{6EE3C58A-19BD-4613-BA4B-24C122A0E5BA}"/>
                  </a:ext>
                </a:extLst>
              </p:cNvPr>
              <p:cNvSpPr/>
              <p:nvPr/>
            </p:nvSpPr>
            <p:spPr>
              <a:xfrm>
                <a:off x="3605559" y="6241465"/>
                <a:ext cx="897694" cy="53267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xmlns="" id="{E99CF664-E68D-48A9-9183-B6577ED71134}"/>
                  </a:ext>
                </a:extLst>
              </p:cNvPr>
              <p:cNvSpPr/>
              <p:nvPr/>
            </p:nvSpPr>
            <p:spPr>
              <a:xfrm rot="9480000">
                <a:off x="3832809" y="6487045"/>
                <a:ext cx="690979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200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F13ACED1-75D4-4374-96B3-67A1F1A93230}"/>
                </a:ext>
              </a:extLst>
            </p:cNvPr>
            <p:cNvSpPr txBox="1"/>
            <p:nvPr/>
          </p:nvSpPr>
          <p:spPr>
            <a:xfrm>
              <a:off x="3366825" y="6046825"/>
              <a:ext cx="1407288" cy="244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1100" b="1" dirty="0"/>
                <a:t>Door</a:t>
              </a:r>
              <a:endParaRPr lang="nl-NL" b="1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B5E575B6-0AD0-491E-B7C5-1CC6B1713611}"/>
              </a:ext>
            </a:extLst>
          </p:cNvPr>
          <p:cNvGrpSpPr/>
          <p:nvPr/>
        </p:nvGrpSpPr>
        <p:grpSpPr>
          <a:xfrm>
            <a:off x="1575558" y="5713916"/>
            <a:ext cx="1677295" cy="261074"/>
            <a:chOff x="1574202" y="5942222"/>
            <a:chExt cx="1677295" cy="26107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xmlns="" id="{3E5164BF-FF9E-4249-8F79-737659406373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9A97F818-AAC9-47BE-8E65-43429C7C4571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280C0076-AE33-4CA6-852F-2615253DA1FD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EC604BDD-B18E-45E9-9523-F6E3DADA0372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xmlns="" id="{DDECC1D7-8257-49D9-973A-028C931233B8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675F51E5-A198-4CB6-9DEF-6445BC67607C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="" id="{3FD9B8AA-F14A-4449-BF1A-871A19153920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8AE4F6A4-4584-4C2A-B398-CC11E53E35E5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xmlns="" id="{6814B46A-E042-4200-AD6C-CF47B9E912D6}"/>
              </a:ext>
            </a:extLst>
          </p:cNvPr>
          <p:cNvGrpSpPr/>
          <p:nvPr/>
        </p:nvGrpSpPr>
        <p:grpSpPr>
          <a:xfrm>
            <a:off x="3161575" y="3267891"/>
            <a:ext cx="224200" cy="2563522"/>
            <a:chOff x="3152946" y="3411743"/>
            <a:chExt cx="224200" cy="2563522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xmlns="" id="{C45BD42E-610C-4A8D-9484-B4082216E07E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xmlns="" id="{8A4CE5A7-9ECF-4284-A52C-E91F23C7815F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xmlns="" id="{7EFC4949-D71E-482F-A473-55BF20CFC151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xmlns="" id="{FB573A6B-CB1F-4543-B720-8C956EE5B171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xmlns="" id="{D1B7D3B2-52D2-4FB0-84BE-962B0865BCF5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xmlns="" id="{283E1A43-5665-46F8-B673-3B247B4EA1F7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xmlns="" id="{5D9CB0EE-A0BD-49E4-8234-670894368291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xmlns="" id="{3EDEB98B-0A9F-4642-B615-A55FE26F9BED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xmlns="" id="{A8460241-47CB-4B32-9EB8-1719DD0E6AB3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xmlns="" id="{BD0F4EB2-5757-43BF-8ABC-528EA5AD312D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xmlns="" id="{6B7722EB-45AE-4C1F-AC44-70F59D54AC9A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xmlns="" id="{E0C2E9C0-6C46-4E5F-A281-CE1354887EB0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xmlns="" id="{DFBF318A-A1F2-44DB-9C8D-0A206EC5E24E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xmlns="" id="{7741DB4B-36E8-4FE8-9BEB-2590A474565E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xmlns="" id="{D8A9DF1D-B934-45B7-97FD-E415BCDA8F06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xmlns="" id="{738A49DD-D2CC-4FD7-9F2E-E6103A0EE5EB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xmlns="" id="{7E2FF78F-6AE3-4D5B-ADF1-D729A6B3D385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xmlns="" id="{A9175908-419F-491F-9B50-0DEE8130DB54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xmlns="" id="{43C909EA-D079-4A54-9C3A-A44EEEE0F724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xmlns="" id="{8D51BDED-50CB-4364-8385-4D1D820A62F8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xmlns="" id="{0E42ECF3-F75F-467B-BED1-9A921277FD2E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xmlns="" id="{52AB6F3D-89A8-4DBB-8A6B-E45E703C40F6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xmlns="" id="{06AC07B2-8074-4F48-8C23-B212B6071079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xmlns="" id="{6E6EC2EE-2F2B-4901-BFB5-E68B218A9851}"/>
              </a:ext>
            </a:extLst>
          </p:cNvPr>
          <p:cNvGrpSpPr/>
          <p:nvPr/>
        </p:nvGrpSpPr>
        <p:grpSpPr>
          <a:xfrm>
            <a:off x="3168715" y="629842"/>
            <a:ext cx="224200" cy="2563522"/>
            <a:chOff x="3152946" y="3411743"/>
            <a:chExt cx="224200" cy="2563522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xmlns="" id="{5D115E4F-7C0B-44DC-A7CA-6653E6CC4F56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xmlns="" id="{37700C45-62AA-4FF0-A77E-FF07F361D763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xmlns="" id="{11D6B168-4634-4945-A50D-CBDABE6B9CC5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xmlns="" id="{2630619F-C984-437E-859D-5398B7FE80B4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xmlns="" id="{696DB7A5-3162-42E8-8C30-3B58DF8ECBDE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xmlns="" id="{D8CCA817-B5AD-4D6F-9AA3-3DF0F89F1059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xmlns="" id="{28DFCE1F-657E-41EF-A4BB-34F101BC8CDA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xmlns="" id="{7BE49DDA-3694-4FD4-B7BE-C9AB5367AAAC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xmlns="" id="{B766DEDE-37FD-47FE-981D-C11E08BDD39F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xmlns="" id="{5A48EB81-D024-43C2-ADA7-A76575A0E577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xmlns="" id="{BB09058A-8EE4-4D24-BFDF-929CAC8C67D0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xmlns="" id="{D86C1BF3-5D65-4269-B077-3F235908FBD3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xmlns="" id="{4DCA7AD8-0200-4C55-92A8-9F92916F2A5B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AA8300D4-1DFF-4B4C-9072-9EBFD0AC3312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xmlns="" id="{0C33A49B-D130-4224-9C57-3DA2009CE89C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xmlns="" id="{30435921-8922-4177-B028-751CFE2327EB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xmlns="" id="{459093A7-0F61-4414-8658-C998ACB20B62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xmlns="" id="{F1799F14-7D77-41AA-B7E8-C1979B479EA6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xmlns="" id="{58617F5D-5273-4AEB-BF08-B594B2583AA1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xmlns="" id="{A71C3024-5E39-43EE-86E5-CB5590A67DD4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xmlns="" id="{DA051B76-8058-408C-B205-7B0CFFB80103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xmlns="" id="{F2E80E65-9317-40CD-BA6D-4D9BB16EE7EB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xmlns="" id="{213429F1-163B-42EF-A850-1E1C97222CA2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xmlns="" id="{2F1CDEC2-A92B-4476-99F6-C730EBD41D96}"/>
              </a:ext>
            </a:extLst>
          </p:cNvPr>
          <p:cNvGrpSpPr/>
          <p:nvPr/>
        </p:nvGrpSpPr>
        <p:grpSpPr>
          <a:xfrm>
            <a:off x="1563105" y="3032450"/>
            <a:ext cx="1677295" cy="261074"/>
            <a:chOff x="1574202" y="5942222"/>
            <a:chExt cx="1677295" cy="261074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xmlns="" id="{2AA82F33-5E25-4DDE-A1DC-07B3EA1086DD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xmlns="" id="{E8C35C27-D7C7-4EE0-B643-D18E96AABADC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xmlns="" id="{433022E7-E56D-467E-BC71-78C60CC382CF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xmlns="" id="{84E4C825-F6B2-4184-A313-4A3287B2BBC2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xmlns="" id="{8FCD1696-7730-4991-8BCC-3DD32BE0FC6E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xmlns="" id="{33F6BB92-1C30-4E6E-964C-04544CA39420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xmlns="" id="{BA8482A4-839A-4E3E-90E7-A61B166862D7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xmlns="" id="{6498A58D-D55E-4BA4-AADB-754A62BBBB76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xmlns="" id="{C65FCC57-AC0F-45E0-BA98-55921EDFCAB4}"/>
              </a:ext>
            </a:extLst>
          </p:cNvPr>
          <p:cNvGrpSpPr/>
          <p:nvPr/>
        </p:nvGrpSpPr>
        <p:grpSpPr>
          <a:xfrm rot="10800000">
            <a:off x="4147986" y="612363"/>
            <a:ext cx="1677295" cy="261074"/>
            <a:chOff x="1574202" y="5942222"/>
            <a:chExt cx="1677295" cy="261074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xmlns="" id="{4F9A6E97-FDB7-4DE0-814A-4BE69A25E1DF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xmlns="" id="{397E47DD-D282-4213-831B-43F06B77A845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xmlns="" id="{8C671978-6C20-426F-AAA3-6E0B17B7375B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xmlns="" id="{CFFCF865-8C78-40AA-883A-390A717C2FCD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xmlns="" id="{B37CDC87-A3ED-402D-9C83-702F7ADBAFFE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xmlns="" id="{A648D0C7-3231-4765-80AE-E838057A48FA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xmlns="" id="{290A5024-1710-4780-A6AE-152B0F3A781D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xmlns="" id="{38871DD9-C6FB-4A3E-9BA8-A505C84AB26F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xmlns="" id="{2A874ED4-CDEF-4F27-BBEF-E4E501A97810}"/>
              </a:ext>
            </a:extLst>
          </p:cNvPr>
          <p:cNvGrpSpPr/>
          <p:nvPr/>
        </p:nvGrpSpPr>
        <p:grpSpPr>
          <a:xfrm rot="10800000">
            <a:off x="4001669" y="552892"/>
            <a:ext cx="224200" cy="2563522"/>
            <a:chOff x="3152946" y="3411743"/>
            <a:chExt cx="224200" cy="2563522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xmlns="" id="{3C543F8C-8287-4F9C-9028-B9104BD5B5C7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xmlns="" id="{87568F01-F612-403A-9031-7ED89CC1CD64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xmlns="" id="{FA8C6C0D-96A1-4493-BFDB-BA440AB4A5A9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xmlns="" id="{8D4B0E94-0610-4465-92C4-357765A47219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xmlns="" id="{955F927C-DC04-4E5A-BD59-A702F8BDFD3A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xmlns="" id="{DB1DFBA3-ED14-4A2C-A149-EA6FB07FC3E1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xmlns="" id="{6F981986-041D-4DD9-8E81-78C4AEBD0C57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xmlns="" id="{6F121939-020B-4C37-84E4-F53ADA3A68AE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xmlns="" id="{FABAB41D-02EA-4B10-9540-561299D3BC23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xmlns="" id="{14E7027D-9080-4C58-B523-C7B8043553DF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xmlns="" id="{896ED74A-DAC3-423C-BBBB-8A6116E3D465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xmlns="" id="{C50BBCD4-AB60-4E50-9075-4F83A5F4DF9F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xmlns="" id="{3E4B899D-8365-4EB6-97D9-F48DDC906B8A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xmlns="" id="{2A39DCCC-80AE-4F04-9741-04D1080A91BF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xmlns="" id="{4A5393CB-4627-46FB-8BEA-C5862F9A1446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xmlns="" id="{D39E6D4F-A43B-42D3-B7AF-9DE1140E7D74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xmlns="" id="{C09EC17C-97BA-4864-A047-6849609536B8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xmlns="" id="{B1027C35-674D-4F58-84C0-7ADFCBB94579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xmlns="" id="{E921A9FC-0334-4418-B002-8C8E72D7C90C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xmlns="" id="{720FDA45-73CA-4910-A374-943B3F02CD69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xmlns="" id="{605EE980-51BF-425B-B3B2-F61D49AC36A7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xmlns="" id="{80B843D2-0C6E-4FD7-96F8-8118B1993C3E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xmlns="" id="{BDF318D3-0421-42E6-ACBA-86DE3C27C64F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xmlns="" id="{9DACE273-3C22-4F7A-B06E-2664A066910E}"/>
              </a:ext>
            </a:extLst>
          </p:cNvPr>
          <p:cNvGrpSpPr/>
          <p:nvPr/>
        </p:nvGrpSpPr>
        <p:grpSpPr>
          <a:xfrm rot="10800000">
            <a:off x="3995827" y="2991604"/>
            <a:ext cx="224200" cy="2563522"/>
            <a:chOff x="3152946" y="3411743"/>
            <a:chExt cx="224200" cy="2563522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xmlns="" id="{7918D3F2-2675-4DDE-9267-1B053DC151C9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xmlns="" id="{FC20A59B-C210-42C4-B3D9-812DA13A37C7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xmlns="" id="{3BD146DC-9319-40A7-A6FD-791A52670930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xmlns="" id="{130F7D4D-EC55-4833-9D4D-1463346229D7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xmlns="" id="{6B8AED7B-0188-4772-A4DC-CDC4F2FEC26C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xmlns="" id="{F6F8952B-5003-468E-9ECB-6B08373DC7AF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xmlns="" id="{5C74B185-A15E-4358-AE0D-0F31D3392177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xmlns="" id="{49727AFD-5D81-4F54-9F24-11F7800BDFD7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xmlns="" id="{8B577EBE-81E5-4B0E-A464-0DF7C03629DB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xmlns="" id="{9B89ACD5-6750-450A-8698-CB67C2CC0E57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xmlns="" id="{73FCB460-5CE2-4764-BBEB-A4E5B8625382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xmlns="" id="{5CE58C25-CE74-4AD5-949C-59ED649FBEA9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xmlns="" id="{2A16BA34-02CC-45F2-810B-6BBBD628E61F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xmlns="" id="{F9C01271-84E6-4C44-9020-B69B5C0CD0FC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xmlns="" id="{C27DDB8C-36BF-4E63-A623-362E6B5A4273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xmlns="" id="{006EC0F7-B07C-4050-86B3-85B4FC5F8B8A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xmlns="" id="{1F36F712-F9CF-43B2-8F60-1338277F78FF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xmlns="" id="{F5EC8266-96CA-4A51-99D4-AB66C8800E85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xmlns="" id="{A169A653-F063-4C2F-A64B-CC65E309801D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xmlns="" id="{DFC65A80-9C2E-44FE-AD59-268AD806576D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xmlns="" id="{3A822D49-A8E7-4960-8B51-22C7563175E1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xmlns="" id="{34847A97-6921-49A1-838F-C0599A1FB1CC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xmlns="" id="{3911C211-0424-40DA-8693-65DF630071C3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xmlns="" id="{8A9411B8-B48B-45E2-AAB3-65CFCD3A77B0}"/>
              </a:ext>
            </a:extLst>
          </p:cNvPr>
          <p:cNvGrpSpPr/>
          <p:nvPr/>
        </p:nvGrpSpPr>
        <p:grpSpPr>
          <a:xfrm rot="10800000">
            <a:off x="4185008" y="3011156"/>
            <a:ext cx="1677295" cy="261074"/>
            <a:chOff x="1574202" y="5942222"/>
            <a:chExt cx="1677295" cy="261074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xmlns="" id="{CA175966-2761-4EC9-ADE6-386C25CCDFE8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xmlns="" id="{45E34EF6-3A3D-4AEA-A761-B54D90C8EE2C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xmlns="" id="{88B6CDC1-4E03-4E3D-9B3E-07F272F813D1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xmlns="" id="{06D65900-AA47-4686-8B9A-0DAE1B248BB2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xmlns="" id="{A2BB9C6D-B54E-49A0-BCC2-1D1ABB8798DC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xmlns="" id="{233ABA40-93B7-404D-A17A-6F44EFF85779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xmlns="" id="{904F1685-6183-466D-872D-2E8B6A87CADD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xmlns="" id="{EB1176BD-E23B-434B-97E4-23C18EEE46FB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xmlns="" id="{CE225796-EBF0-4C45-9B94-3CB45D80696A}"/>
              </a:ext>
            </a:extLst>
          </p:cNvPr>
          <p:cNvGrpSpPr/>
          <p:nvPr/>
        </p:nvGrpSpPr>
        <p:grpSpPr>
          <a:xfrm>
            <a:off x="6534651" y="5223937"/>
            <a:ext cx="1677295" cy="261074"/>
            <a:chOff x="1574202" y="5942222"/>
            <a:chExt cx="1677295" cy="261074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xmlns="" id="{7064341E-AC51-4598-A969-489EE6C6FFBA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xmlns="" id="{85FBD721-67C7-401A-A9F5-ABE6D22C9C37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xmlns="" id="{01B74056-C805-4EC8-A4F6-3A139928199C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xmlns="" id="{4FD0325D-08F4-4ED1-BC16-6CF6CDDE8AEE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xmlns="" id="{349443B5-3BCF-46CE-8743-F54E4AB8FB3D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xmlns="" id="{430625BB-BA88-4909-A954-F5E34573F222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xmlns="" id="{4C66DE3D-0026-4D02-8A64-708C43B85ADF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xmlns="" id="{036D5D75-7495-48FB-9D9B-10A36AF0F383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xmlns="" id="{78A3BFE8-5C2B-40BA-85C0-6F7F35E8C0E1}"/>
              </a:ext>
            </a:extLst>
          </p:cNvPr>
          <p:cNvGrpSpPr/>
          <p:nvPr/>
        </p:nvGrpSpPr>
        <p:grpSpPr>
          <a:xfrm>
            <a:off x="6523000" y="2813056"/>
            <a:ext cx="1677295" cy="261074"/>
            <a:chOff x="1574202" y="5942222"/>
            <a:chExt cx="1677295" cy="261074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xmlns="" id="{73052E38-3A4F-4B0E-92B0-B1C93A249C5F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xmlns="" id="{51E87F13-AE4F-4FD8-A5C7-82BE1DDBAF54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xmlns="" id="{6CB37F57-E4E1-433F-B45C-3742CF1783FD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xmlns="" id="{BD4D2567-C4C3-453D-BE3E-012BF53BA549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xmlns="" id="{BA30B97C-1778-4DBF-9552-759F9A04D5F3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xmlns="" id="{17C937D7-8AD1-40A6-9DE2-E51AFCCD2E3B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xmlns="" id="{C0671CA3-851F-4E65-9296-4CF8EC7C2E33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xmlns="" id="{EA754CD0-79A8-4498-B199-1905D59E67AA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xmlns="" id="{5DAB9E77-1DFD-43DC-87D6-876DC32F4655}"/>
              </a:ext>
            </a:extLst>
          </p:cNvPr>
          <p:cNvGrpSpPr/>
          <p:nvPr/>
        </p:nvGrpSpPr>
        <p:grpSpPr>
          <a:xfrm>
            <a:off x="8152583" y="2972685"/>
            <a:ext cx="224200" cy="2563522"/>
            <a:chOff x="3152946" y="3411743"/>
            <a:chExt cx="224200" cy="2563522"/>
          </a:xfrm>
        </p:grpSpPr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xmlns="" id="{ABE8B804-70FB-4C0E-8119-680D63B69BFB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226" name="Group 225">
                <a:extLst>
                  <a:ext uri="{FF2B5EF4-FFF2-40B4-BE49-F238E27FC236}">
                    <a16:creationId xmlns:a16="http://schemas.microsoft.com/office/drawing/2014/main" xmlns="" id="{F1D92EC8-C0CD-42CD-A493-EE15A96335FA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xmlns="" id="{DA51E6F1-90DA-42B8-9A9F-B7589967CFD9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xmlns="" id="{0A1D8BF7-B3E0-4FA1-83FE-4D03AADC85F2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xmlns="" id="{8715974B-0A17-41FA-8FBE-B6783CEBF62D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xmlns="" id="{3AB8FF63-8285-4242-BE70-C8ECCE8353C2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xmlns="" id="{352197FD-961B-4AD2-A676-7871272B819F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227" name="Group 226">
                <a:extLst>
                  <a:ext uri="{FF2B5EF4-FFF2-40B4-BE49-F238E27FC236}">
                    <a16:creationId xmlns:a16="http://schemas.microsoft.com/office/drawing/2014/main" xmlns="" id="{437F23C9-7E8E-4A7D-9E71-6817A7C61F31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xmlns="" id="{B42E29B1-BCC7-41E4-8B67-364E760BEFE3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xmlns="" id="{98235865-DC95-44D0-839B-A03862E19AF1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xmlns="" id="{92D4BD1B-A759-4BE8-812F-5E8E9821A4B3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xmlns="" id="{A0EA5C33-A0AD-4E05-87DA-D2B199544CA6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xmlns="" id="{775F5047-C864-4125-889D-CA00059E2C58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xmlns="" id="{762654A6-7E72-413B-AD1C-1ED27EA3554C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xmlns="" id="{B82CC014-3B6F-4EF0-ABC7-17EF7A859EF7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xmlns="" id="{1DEDBE4E-2F8B-405C-8A00-C5567295CC13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xmlns="" id="{E1AE0802-EB3A-469F-9B8C-1BA1B1B0C39D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xmlns="" id="{3493FD4D-6E43-4D55-9AEC-86762AC9EF5A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224" name="TextBox 223">
                  <a:extLst>
                    <a:ext uri="{FF2B5EF4-FFF2-40B4-BE49-F238E27FC236}">
                      <a16:creationId xmlns:a16="http://schemas.microsoft.com/office/drawing/2014/main" xmlns="" id="{930572B2-D1CF-4881-959E-918E133C69E2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xmlns="" id="{1958C79D-42BA-4C39-84A8-19CC1E390698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218" name="Group 217">
                <a:extLst>
                  <a:ext uri="{FF2B5EF4-FFF2-40B4-BE49-F238E27FC236}">
                    <a16:creationId xmlns:a16="http://schemas.microsoft.com/office/drawing/2014/main" xmlns="" id="{6BAE8F61-1682-4971-B526-E3D0C74FDB8E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xmlns="" id="{F926D0A8-A4E8-43A2-95D0-463F603FFCD7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xmlns="" id="{8EAE89FA-475D-4024-9DDF-FDF72E59D435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xmlns="" id="{24F2F3B4-C0FB-484C-B892-B5ADAC90756A}"/>
              </a:ext>
            </a:extLst>
          </p:cNvPr>
          <p:cNvGrpSpPr/>
          <p:nvPr/>
        </p:nvGrpSpPr>
        <p:grpSpPr>
          <a:xfrm>
            <a:off x="8143432" y="552893"/>
            <a:ext cx="224200" cy="2563522"/>
            <a:chOff x="3152946" y="3411743"/>
            <a:chExt cx="224200" cy="2563522"/>
          </a:xfrm>
        </p:grpSpPr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xmlns="" id="{DC68202D-6F92-40E7-91F3-819D0CE39A27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xmlns="" id="{AC3E77AF-0CB4-4F93-92B8-619648EFE7ED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xmlns="" id="{AA226823-8890-49A9-8F09-DAEFA979FD76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xmlns="" id="{8FCAEE6D-8AAA-48FF-8EDE-96088E97527F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xmlns="" id="{9CCD29CA-44AE-4707-81E7-32F924B26FFA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xmlns="" id="{8468A718-7EA1-4AB4-9DE4-ED476074BF4E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xmlns="" id="{1331CCB2-FC93-4DF5-86D9-96132DBA54F9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xmlns="" id="{79D7015F-54B9-4845-B331-F9676E7854D5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xmlns="" id="{E57AD627-4926-43CA-BCBC-5FB7EAD07F93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xmlns="" id="{A719796B-4DEF-4D22-BED7-5C0E17DAF79C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xmlns="" id="{5E1F5B15-D606-4AE8-ADDD-AAE9E5708F99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xmlns="" id="{B4851475-6D8F-4A8A-AEBB-A96E497DFD83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xmlns="" id="{4977DC5D-E236-42E4-B590-591E63FB218C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xmlns="" id="{45746590-08FB-42AF-9B90-3DE109765577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xmlns="" id="{D55967AA-3743-4F4E-BEFA-70F9E71AC633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245" name="TextBox 244">
                  <a:extLst>
                    <a:ext uri="{FF2B5EF4-FFF2-40B4-BE49-F238E27FC236}">
                      <a16:creationId xmlns:a16="http://schemas.microsoft.com/office/drawing/2014/main" xmlns="" id="{859F13AD-48CC-4184-A9FC-16B054D0EF44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xmlns="" id="{BD9B83CE-3C82-4AD6-AE47-8E0B649F59D3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xmlns="" id="{BDA150F4-01D8-4D40-A4E1-5F9EA2D85719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xmlns="" id="{67DF4CFB-AAA9-4365-B5F4-417271356DE5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xmlns="" id="{F113FDC8-7B9A-4CBC-808F-6C7F6BFF811E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242" name="Group 241">
                <a:extLst>
                  <a:ext uri="{FF2B5EF4-FFF2-40B4-BE49-F238E27FC236}">
                    <a16:creationId xmlns:a16="http://schemas.microsoft.com/office/drawing/2014/main" xmlns="" id="{F28C968E-1DDD-4B87-9DA7-DBE93939B1E2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243" name="TextBox 242">
                  <a:extLst>
                    <a:ext uri="{FF2B5EF4-FFF2-40B4-BE49-F238E27FC236}">
                      <a16:creationId xmlns:a16="http://schemas.microsoft.com/office/drawing/2014/main" xmlns="" id="{384D4FD4-9318-440D-979C-2AA489C7190E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244" name="TextBox 243">
                  <a:extLst>
                    <a:ext uri="{FF2B5EF4-FFF2-40B4-BE49-F238E27FC236}">
                      <a16:creationId xmlns:a16="http://schemas.microsoft.com/office/drawing/2014/main" xmlns="" id="{03D6F1E5-A4E0-4A8E-9778-6B8F5776D059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xmlns="" id="{41634D15-EAD3-4059-AA54-B5826EFEFA81}"/>
              </a:ext>
            </a:extLst>
          </p:cNvPr>
          <p:cNvGrpSpPr/>
          <p:nvPr/>
        </p:nvGrpSpPr>
        <p:grpSpPr>
          <a:xfrm rot="10800000">
            <a:off x="9278191" y="645811"/>
            <a:ext cx="1677295" cy="261074"/>
            <a:chOff x="1574202" y="5942222"/>
            <a:chExt cx="1677295" cy="261074"/>
          </a:xfrm>
        </p:grpSpPr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xmlns="" id="{10501FA2-40B9-47A0-AEFE-096A9A2A994E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xmlns="" id="{BF885373-8BA9-47E4-9243-4FB3934E2E17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xmlns="" id="{49383133-726D-4F04-A71C-2994849FA18C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xmlns="" id="{3FBEFAC1-03AE-444C-A1A3-BCCD09EAC03D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xmlns="" id="{16700267-1405-467C-9928-6C7780CC99DB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xmlns="" id="{F6E4A1E9-1654-4555-B083-369CD9792667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xmlns="" id="{E6AFB45B-DB7F-45DA-AE1D-B68A681F489D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xmlns="" id="{01B58A2E-7D62-43EF-8B42-EFDFA11618A3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xmlns="" id="{8CF26319-B898-478D-9C56-A884847FDAFC}"/>
              </a:ext>
            </a:extLst>
          </p:cNvPr>
          <p:cNvGrpSpPr/>
          <p:nvPr/>
        </p:nvGrpSpPr>
        <p:grpSpPr>
          <a:xfrm rot="10800000">
            <a:off x="9125296" y="780539"/>
            <a:ext cx="224200" cy="2563522"/>
            <a:chOff x="3152946" y="3411743"/>
            <a:chExt cx="224200" cy="2563522"/>
          </a:xfrm>
        </p:grpSpPr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xmlns="" id="{1C1BD3B1-AAC4-49E4-B999-8235DB3EB524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xmlns="" id="{D906952B-B504-466D-8C80-2796CA335A98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xmlns="" id="{61BF27B1-E5D5-4A76-A6C3-D69DFADEB0DD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xmlns="" id="{6EE2CF20-3069-472C-93C1-D2ABAF1A3048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292" name="TextBox 291">
                  <a:extLst>
                    <a:ext uri="{FF2B5EF4-FFF2-40B4-BE49-F238E27FC236}">
                      <a16:creationId xmlns:a16="http://schemas.microsoft.com/office/drawing/2014/main" xmlns="" id="{0D59B584-5379-4DC8-BB32-84C58FD8A9A4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xmlns="" id="{5161575E-2536-4222-8611-A6900689066C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294" name="TextBox 293">
                  <a:extLst>
                    <a:ext uri="{FF2B5EF4-FFF2-40B4-BE49-F238E27FC236}">
                      <a16:creationId xmlns:a16="http://schemas.microsoft.com/office/drawing/2014/main" xmlns="" id="{0C3C5EB1-46F0-4296-A2AD-C4E37F20F0D8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xmlns="" id="{24798261-009A-4506-8731-4C26EBBC641C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285" name="TextBox 284">
                  <a:extLst>
                    <a:ext uri="{FF2B5EF4-FFF2-40B4-BE49-F238E27FC236}">
                      <a16:creationId xmlns:a16="http://schemas.microsoft.com/office/drawing/2014/main" xmlns="" id="{6823332C-431B-4EBA-8140-8E5BA5F6AFA6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286" name="TextBox 285">
                  <a:extLst>
                    <a:ext uri="{FF2B5EF4-FFF2-40B4-BE49-F238E27FC236}">
                      <a16:creationId xmlns:a16="http://schemas.microsoft.com/office/drawing/2014/main" xmlns="" id="{4EB2E5B0-1F4E-438E-9532-07E90996EEDD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xmlns="" id="{9D033B5D-81D0-431D-98B5-F30B97E49304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xmlns="" id="{183D683A-CEFD-4D93-AEBD-59AE0F676E1E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xmlns="" id="{538808A6-310C-46AC-BE8D-49A14D421869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xmlns="" id="{5FBF904E-F0E7-4E1B-8BFE-A9F67E5BB42C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xmlns="" id="{DD756DA6-8A8A-4A87-A54A-0788DCC2B244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xmlns="" id="{63211299-CE4A-4AC6-8106-33462F771F92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279" name="TextBox 278">
                  <a:extLst>
                    <a:ext uri="{FF2B5EF4-FFF2-40B4-BE49-F238E27FC236}">
                      <a16:creationId xmlns:a16="http://schemas.microsoft.com/office/drawing/2014/main" xmlns="" id="{9F937AC2-90D6-45BA-B2C1-84046CCF2BEA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xmlns="" id="{FBAD1BD5-69EE-4B5D-91DE-40AD9D12D07A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xmlns="" id="{F182F1FA-18F5-416E-9709-9297A70A1B4B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xmlns="" id="{972061EC-30BC-4229-807D-8F3F33262C24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xmlns="" id="{C598F9F2-3248-4CF3-B9BD-C13FEB7625E1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xmlns="" id="{735E4BF8-218F-47DE-A844-470713C609DD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xmlns="" id="{DD741FD7-6C64-4C99-B7FF-85061C9C2149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xmlns="" id="{165EFDCE-8C5B-4E0D-AA95-DB18EA38F208}"/>
              </a:ext>
            </a:extLst>
          </p:cNvPr>
          <p:cNvGrpSpPr/>
          <p:nvPr/>
        </p:nvGrpSpPr>
        <p:grpSpPr>
          <a:xfrm rot="10800000">
            <a:off x="9157928" y="3341761"/>
            <a:ext cx="224200" cy="2563522"/>
            <a:chOff x="3152946" y="3411743"/>
            <a:chExt cx="224200" cy="2563522"/>
          </a:xfrm>
        </p:grpSpPr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xmlns="" id="{1B0B9636-F5B0-41DE-8FAE-5FE1DE50A4BA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xmlns="" id="{32C90047-14E2-4E0A-B385-004AC6B3EC56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314" name="TextBox 313">
                  <a:extLst>
                    <a:ext uri="{FF2B5EF4-FFF2-40B4-BE49-F238E27FC236}">
                      <a16:creationId xmlns:a16="http://schemas.microsoft.com/office/drawing/2014/main" xmlns="" id="{A8A577FB-2B6A-467B-B09F-63F4A304CB61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315" name="TextBox 314">
                  <a:extLst>
                    <a:ext uri="{FF2B5EF4-FFF2-40B4-BE49-F238E27FC236}">
                      <a16:creationId xmlns:a16="http://schemas.microsoft.com/office/drawing/2014/main" xmlns="" id="{E18B82DD-F455-4D56-ABFB-0D598BC5B269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316" name="TextBox 315">
                  <a:extLst>
                    <a:ext uri="{FF2B5EF4-FFF2-40B4-BE49-F238E27FC236}">
                      <a16:creationId xmlns:a16="http://schemas.microsoft.com/office/drawing/2014/main" xmlns="" id="{0F10717F-148D-471C-8DCF-4540465934BA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317" name="TextBox 316">
                  <a:extLst>
                    <a:ext uri="{FF2B5EF4-FFF2-40B4-BE49-F238E27FC236}">
                      <a16:creationId xmlns:a16="http://schemas.microsoft.com/office/drawing/2014/main" xmlns="" id="{64989F25-8BE3-4467-BB6E-AD9312405655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xmlns="" id="{9F9846B1-585A-47A8-B6A2-194D7835361F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xmlns="" id="{3EDD2641-6E83-488C-95B7-00733ACB02B2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xmlns="" id="{F09F1A3D-9B1C-4064-A55D-87F39EE492A3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310" name="TextBox 309">
                  <a:extLst>
                    <a:ext uri="{FF2B5EF4-FFF2-40B4-BE49-F238E27FC236}">
                      <a16:creationId xmlns:a16="http://schemas.microsoft.com/office/drawing/2014/main" xmlns="" id="{A8D79B19-1414-4004-8EDB-E02B5CE0FA69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xmlns="" id="{9E3CCDE0-F92C-46F6-ADE2-8D8E4104F0BA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312" name="TextBox 311">
                  <a:extLst>
                    <a:ext uri="{FF2B5EF4-FFF2-40B4-BE49-F238E27FC236}">
                      <a16:creationId xmlns:a16="http://schemas.microsoft.com/office/drawing/2014/main" xmlns="" id="{B979DDA1-6E7B-4A3F-A781-946E1CD08EDE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313" name="TextBox 312">
                  <a:extLst>
                    <a:ext uri="{FF2B5EF4-FFF2-40B4-BE49-F238E27FC236}">
                      <a16:creationId xmlns:a16="http://schemas.microsoft.com/office/drawing/2014/main" xmlns="" id="{F7FAA500-2044-4D8C-B105-120D33F16947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xmlns="" id="{80676231-540D-4B02-93FF-CEF67945F1FB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xmlns="" id="{78718E4F-787B-46F8-A6A2-3ABE5EA9BD2F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302" name="TextBox 301">
                  <a:extLst>
                    <a:ext uri="{FF2B5EF4-FFF2-40B4-BE49-F238E27FC236}">
                      <a16:creationId xmlns:a16="http://schemas.microsoft.com/office/drawing/2014/main" xmlns="" id="{8FBD7872-DB49-47D3-98D0-08028FE2E20F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xmlns="" id="{6FED98EE-2E7F-4F11-ABD5-E784D3B478B9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304" name="TextBox 303">
                  <a:extLst>
                    <a:ext uri="{FF2B5EF4-FFF2-40B4-BE49-F238E27FC236}">
                      <a16:creationId xmlns:a16="http://schemas.microsoft.com/office/drawing/2014/main" xmlns="" id="{7BD6770B-A7C2-4E75-B723-97BAC4074A04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xmlns="" id="{09143ABC-5A13-489C-AF52-4B74D8849393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xmlns="" id="{B9D9BC71-F949-4DCF-ACEB-CF9F86FA931F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299" name="Group 298">
                <a:extLst>
                  <a:ext uri="{FF2B5EF4-FFF2-40B4-BE49-F238E27FC236}">
                    <a16:creationId xmlns:a16="http://schemas.microsoft.com/office/drawing/2014/main" xmlns="" id="{2FD5B5D8-C128-49AE-B723-0F7C8864B4E8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300" name="TextBox 299">
                  <a:extLst>
                    <a:ext uri="{FF2B5EF4-FFF2-40B4-BE49-F238E27FC236}">
                      <a16:creationId xmlns:a16="http://schemas.microsoft.com/office/drawing/2014/main" xmlns="" id="{FBC18EE4-FF11-4404-B911-65EB772493B0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xmlns="" id="{6656E98C-D065-4EAF-8890-B22AD0191310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xmlns="" id="{4B997611-7C72-4315-93A8-A6C97F75D701}"/>
              </a:ext>
            </a:extLst>
          </p:cNvPr>
          <p:cNvGrpSpPr/>
          <p:nvPr/>
        </p:nvGrpSpPr>
        <p:grpSpPr>
          <a:xfrm rot="10800000">
            <a:off x="9266331" y="3312746"/>
            <a:ext cx="1677295" cy="261074"/>
            <a:chOff x="1574202" y="5942222"/>
            <a:chExt cx="1677295" cy="261074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xmlns="" id="{9ADFCF07-93E1-4E68-B6AE-A084BC8AF7BF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xmlns="" id="{BE7C39EC-9E58-4A51-8DDF-D7C08157B946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xmlns="" id="{696E1D35-FD03-4AB1-9E0E-67DD6D8E8022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xmlns="" id="{EFA12295-DADD-4DBA-BA43-AAE4C0418322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xmlns="" id="{9289A485-3A45-49DE-97E3-CAE1A672294E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xmlns="" id="{8927B1BB-7026-4FFA-A69C-567753447632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xmlns="" id="{DB470E97-2198-4BD1-B6BF-C6991120387B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xmlns="" id="{CB777C55-82E9-435D-8038-6A6AB5A2AC90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4867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5E56F173-CE41-45FB-BF31-CF61E13231EB}"/>
              </a:ext>
            </a:extLst>
          </p:cNvPr>
          <p:cNvGrpSpPr/>
          <p:nvPr/>
        </p:nvGrpSpPr>
        <p:grpSpPr>
          <a:xfrm>
            <a:off x="994300" y="0"/>
            <a:ext cx="10495445" cy="6607935"/>
            <a:chOff x="412476" y="346662"/>
            <a:chExt cx="5302606" cy="618610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F154CFC9-D37F-45C8-A8BC-6DA32CC47054}"/>
                </a:ext>
              </a:extLst>
            </p:cNvPr>
            <p:cNvSpPr/>
            <p:nvPr/>
          </p:nvSpPr>
          <p:spPr>
            <a:xfrm>
              <a:off x="412476" y="707570"/>
              <a:ext cx="5229262" cy="556052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EA16B7FF-1A85-4A94-9363-A70870BE75FC}"/>
                </a:ext>
              </a:extLst>
            </p:cNvPr>
            <p:cNvSpPr/>
            <p:nvPr/>
          </p:nvSpPr>
          <p:spPr>
            <a:xfrm>
              <a:off x="693475" y="939960"/>
              <a:ext cx="912079" cy="24983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B225C072-656C-41B8-80C6-0C197E087AB0}"/>
                </a:ext>
              </a:extLst>
            </p:cNvPr>
            <p:cNvSpPr/>
            <p:nvPr/>
          </p:nvSpPr>
          <p:spPr>
            <a:xfrm>
              <a:off x="693475" y="3434312"/>
              <a:ext cx="908203" cy="2494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8A0EE911-6FCF-4214-8BBB-94A29760136E}"/>
                </a:ext>
              </a:extLst>
            </p:cNvPr>
            <p:cNvSpPr/>
            <p:nvPr/>
          </p:nvSpPr>
          <p:spPr>
            <a:xfrm>
              <a:off x="4528661" y="939961"/>
              <a:ext cx="920840" cy="2494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9DEDC10F-D7AB-4FAC-A114-F84BBD88484D}"/>
                </a:ext>
              </a:extLst>
            </p:cNvPr>
            <p:cNvSpPr/>
            <p:nvPr/>
          </p:nvSpPr>
          <p:spPr>
            <a:xfrm>
              <a:off x="4528661" y="3434312"/>
              <a:ext cx="920840" cy="24943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2B5D5915-4671-416E-A012-09B323828A04}"/>
                </a:ext>
              </a:extLst>
            </p:cNvPr>
            <p:cNvSpPr/>
            <p:nvPr/>
          </p:nvSpPr>
          <p:spPr>
            <a:xfrm>
              <a:off x="1949523" y="939961"/>
              <a:ext cx="920840" cy="2259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9F34E77F-7631-447A-B058-4384F8C5F2A5}"/>
                </a:ext>
              </a:extLst>
            </p:cNvPr>
            <p:cNvSpPr/>
            <p:nvPr/>
          </p:nvSpPr>
          <p:spPr>
            <a:xfrm>
              <a:off x="1949523" y="3199665"/>
              <a:ext cx="920840" cy="2259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A3F8CCAB-678C-4EFF-A3DB-58D35075C8D5}"/>
                </a:ext>
              </a:extLst>
            </p:cNvPr>
            <p:cNvSpPr/>
            <p:nvPr/>
          </p:nvSpPr>
          <p:spPr>
            <a:xfrm>
              <a:off x="3205570" y="939961"/>
              <a:ext cx="920840" cy="2259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C96BA310-5ADC-4FA3-926B-7D9AC3FA97DC}"/>
                </a:ext>
              </a:extLst>
            </p:cNvPr>
            <p:cNvSpPr/>
            <p:nvPr/>
          </p:nvSpPr>
          <p:spPr>
            <a:xfrm>
              <a:off x="3205570" y="3199664"/>
              <a:ext cx="920840" cy="2259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A547913E-8055-44AC-A51A-F6AF8194C4BD}"/>
                </a:ext>
              </a:extLst>
            </p:cNvPr>
            <p:cNvSpPr txBox="1"/>
            <p:nvPr/>
          </p:nvSpPr>
          <p:spPr>
            <a:xfrm>
              <a:off x="431517" y="1680158"/>
              <a:ext cx="1407288" cy="126776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10</a:t>
              </a:r>
              <a:endParaRPr lang="nl-NL" sz="4400" dirty="0"/>
            </a:p>
          </p:txBody>
        </p:sp>
        <p:pic>
          <p:nvPicPr>
            <p:cNvPr id="13" name="Graphic 12" descr="Forbidden">
              <a:extLst>
                <a:ext uri="{FF2B5EF4-FFF2-40B4-BE49-F238E27FC236}">
                  <a16:creationId xmlns:a16="http://schemas.microsoft.com/office/drawing/2014/main" xmlns="" id="{0A8D12BB-8C97-482E-A632-FA45C0A56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2839128" y="5288126"/>
              <a:ext cx="414350" cy="57560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780F7D8A-2E50-443E-8A0B-7D600AA322EC}"/>
                </a:ext>
              </a:extLst>
            </p:cNvPr>
            <p:cNvSpPr txBox="1"/>
            <p:nvPr/>
          </p:nvSpPr>
          <p:spPr>
            <a:xfrm>
              <a:off x="431517" y="3991506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9</a:t>
              </a:r>
              <a:endParaRPr lang="nl-NL" sz="4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22B0C785-E9DF-412B-BF4B-B2DD1634EA21}"/>
                </a:ext>
              </a:extLst>
            </p:cNvPr>
            <p:cNvSpPr txBox="1"/>
            <p:nvPr/>
          </p:nvSpPr>
          <p:spPr>
            <a:xfrm>
              <a:off x="1660342" y="1726450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12</a:t>
              </a:r>
              <a:endParaRPr lang="nl-NL" sz="4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F7A7DEF0-AAD5-4C14-82EC-A8C0D6CAE438}"/>
                </a:ext>
              </a:extLst>
            </p:cNvPr>
            <p:cNvSpPr txBox="1"/>
            <p:nvPr/>
          </p:nvSpPr>
          <p:spPr>
            <a:xfrm>
              <a:off x="1687659" y="3991506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11</a:t>
              </a:r>
              <a:endParaRPr lang="nl-NL" sz="44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6974C45D-FB70-4712-AC19-A644EE26C334}"/>
                </a:ext>
              </a:extLst>
            </p:cNvPr>
            <p:cNvSpPr txBox="1"/>
            <p:nvPr/>
          </p:nvSpPr>
          <p:spPr>
            <a:xfrm>
              <a:off x="2933741" y="3991506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13</a:t>
              </a:r>
              <a:endParaRPr lang="nl-NL" sz="44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543AC6C3-24F7-4122-AD51-621A0519564A}"/>
                </a:ext>
              </a:extLst>
            </p:cNvPr>
            <p:cNvSpPr txBox="1"/>
            <p:nvPr/>
          </p:nvSpPr>
          <p:spPr>
            <a:xfrm>
              <a:off x="2933741" y="1726450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14</a:t>
              </a:r>
              <a:endParaRPr lang="nl-NL" sz="4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D2C36CCE-3C36-4990-843E-362D0FA6EA18}"/>
                </a:ext>
              </a:extLst>
            </p:cNvPr>
            <p:cNvSpPr txBox="1"/>
            <p:nvPr/>
          </p:nvSpPr>
          <p:spPr>
            <a:xfrm>
              <a:off x="4266396" y="1714791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16</a:t>
              </a:r>
              <a:endParaRPr lang="nl-NL" sz="44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9CB87FD0-FD23-4C6F-9F0C-150AF416BB27}"/>
                </a:ext>
              </a:extLst>
            </p:cNvPr>
            <p:cNvSpPr txBox="1"/>
            <p:nvPr/>
          </p:nvSpPr>
          <p:spPr>
            <a:xfrm>
              <a:off x="4307794" y="4026460"/>
              <a:ext cx="1407288" cy="12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800" dirty="0"/>
                <a:t>Block</a:t>
              </a:r>
              <a:r>
                <a:rPr lang="nl-NL" sz="4400" dirty="0"/>
                <a:t/>
              </a:r>
              <a:br>
                <a:rPr lang="nl-NL" sz="4400" dirty="0"/>
              </a:br>
              <a:r>
                <a:rPr lang="nl-NL" sz="5400" dirty="0"/>
                <a:t>15</a:t>
              </a:r>
              <a:endParaRPr lang="nl-NL" sz="4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E45B5E1D-A86D-48D8-8507-6CCF8ACAF4E3}"/>
                </a:ext>
              </a:extLst>
            </p:cNvPr>
            <p:cNvSpPr txBox="1"/>
            <p:nvPr/>
          </p:nvSpPr>
          <p:spPr>
            <a:xfrm>
              <a:off x="1744822" y="346662"/>
              <a:ext cx="2498349" cy="432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400" b="1" dirty="0" err="1"/>
                <a:t>Compartment</a:t>
              </a:r>
              <a:r>
                <a:rPr lang="nl-NL" sz="2400" b="1" dirty="0"/>
                <a:t> 2</a:t>
              </a:r>
              <a:endParaRPr lang="nl-NL" sz="4000" b="1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xmlns="" id="{8C98A017-DA5F-4D55-84A0-C3CB7D7D5C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4471" y="2426679"/>
              <a:ext cx="0" cy="2361460"/>
            </a:xfrm>
            <a:prstGeom prst="straightConnector1">
              <a:avLst/>
            </a:prstGeom>
            <a:ln w="57150">
              <a:solidFill>
                <a:schemeClr val="accent6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xmlns="" id="{D0B9FCCE-F75D-4BE0-9D1D-CACDF6A8B5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9203" y="2426679"/>
              <a:ext cx="0" cy="2361460"/>
            </a:xfrm>
            <a:prstGeom prst="straightConnector1">
              <a:avLst/>
            </a:prstGeom>
            <a:ln w="57150">
              <a:solidFill>
                <a:schemeClr val="accent6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xmlns="" id="{84C967AA-93E1-45BD-B9AA-D85C23B3927A}"/>
                </a:ext>
              </a:extLst>
            </p:cNvPr>
            <p:cNvGrpSpPr/>
            <p:nvPr/>
          </p:nvGrpSpPr>
          <p:grpSpPr>
            <a:xfrm>
              <a:off x="3605559" y="6241465"/>
              <a:ext cx="918229" cy="291299"/>
              <a:chOff x="3605559" y="6241465"/>
              <a:chExt cx="918229" cy="291299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xmlns="" id="{6EE3C58A-19BD-4613-BA4B-24C122A0E5BA}"/>
                  </a:ext>
                </a:extLst>
              </p:cNvPr>
              <p:cNvSpPr/>
              <p:nvPr/>
            </p:nvSpPr>
            <p:spPr>
              <a:xfrm>
                <a:off x="3605559" y="6241465"/>
                <a:ext cx="897694" cy="53267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xmlns="" id="{E99CF664-E68D-48A9-9183-B6577ED71134}"/>
                  </a:ext>
                </a:extLst>
              </p:cNvPr>
              <p:cNvSpPr/>
              <p:nvPr/>
            </p:nvSpPr>
            <p:spPr>
              <a:xfrm rot="9480000">
                <a:off x="3832809" y="6487045"/>
                <a:ext cx="690979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200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F13ACED1-75D4-4374-96B3-67A1F1A93230}"/>
                </a:ext>
              </a:extLst>
            </p:cNvPr>
            <p:cNvSpPr txBox="1"/>
            <p:nvPr/>
          </p:nvSpPr>
          <p:spPr>
            <a:xfrm>
              <a:off x="3366825" y="6046825"/>
              <a:ext cx="1407288" cy="244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1100" b="1" dirty="0"/>
                <a:t>Door</a:t>
              </a:r>
              <a:endParaRPr lang="nl-NL" b="1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B5E575B6-0AD0-491E-B7C5-1CC6B1713611}"/>
              </a:ext>
            </a:extLst>
          </p:cNvPr>
          <p:cNvGrpSpPr/>
          <p:nvPr/>
        </p:nvGrpSpPr>
        <p:grpSpPr>
          <a:xfrm>
            <a:off x="1575558" y="5713916"/>
            <a:ext cx="1677295" cy="261074"/>
            <a:chOff x="1574202" y="5942222"/>
            <a:chExt cx="1677295" cy="26107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xmlns="" id="{3E5164BF-FF9E-4249-8F79-737659406373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9A97F818-AAC9-47BE-8E65-43429C7C4571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280C0076-AE33-4CA6-852F-2615253DA1FD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EC604BDD-B18E-45E9-9523-F6E3DADA0372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xmlns="" id="{DDECC1D7-8257-49D9-973A-028C931233B8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675F51E5-A198-4CB6-9DEF-6445BC67607C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="" id="{3FD9B8AA-F14A-4449-BF1A-871A19153920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8AE4F6A4-4584-4C2A-B398-CC11E53E35E5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xmlns="" id="{6814B46A-E042-4200-AD6C-CF47B9E912D6}"/>
              </a:ext>
            </a:extLst>
          </p:cNvPr>
          <p:cNvGrpSpPr/>
          <p:nvPr/>
        </p:nvGrpSpPr>
        <p:grpSpPr>
          <a:xfrm>
            <a:off x="3161575" y="3267891"/>
            <a:ext cx="224200" cy="2563522"/>
            <a:chOff x="3152946" y="3411743"/>
            <a:chExt cx="224200" cy="2563522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xmlns="" id="{C45BD42E-610C-4A8D-9484-B4082216E07E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xmlns="" id="{8A4CE5A7-9ECF-4284-A52C-E91F23C7815F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xmlns="" id="{7EFC4949-D71E-482F-A473-55BF20CFC151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xmlns="" id="{FB573A6B-CB1F-4543-B720-8C956EE5B171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xmlns="" id="{D1B7D3B2-52D2-4FB0-84BE-962B0865BCF5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xmlns="" id="{283E1A43-5665-46F8-B673-3B247B4EA1F7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xmlns="" id="{5D9CB0EE-A0BD-49E4-8234-670894368291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xmlns="" id="{3EDEB98B-0A9F-4642-B615-A55FE26F9BED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xmlns="" id="{A8460241-47CB-4B32-9EB8-1719DD0E6AB3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xmlns="" id="{BD0F4EB2-5757-43BF-8ABC-528EA5AD312D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xmlns="" id="{6B7722EB-45AE-4C1F-AC44-70F59D54AC9A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xmlns="" id="{E0C2E9C0-6C46-4E5F-A281-CE1354887EB0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xmlns="" id="{DFBF318A-A1F2-44DB-9C8D-0A206EC5E24E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xmlns="" id="{7741DB4B-36E8-4FE8-9BEB-2590A474565E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xmlns="" id="{D8A9DF1D-B934-45B7-97FD-E415BCDA8F06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xmlns="" id="{738A49DD-D2CC-4FD7-9F2E-E6103A0EE5EB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xmlns="" id="{7E2FF78F-6AE3-4D5B-ADF1-D729A6B3D385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xmlns="" id="{A9175908-419F-491F-9B50-0DEE8130DB54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xmlns="" id="{43C909EA-D079-4A54-9C3A-A44EEEE0F724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xmlns="" id="{8D51BDED-50CB-4364-8385-4D1D820A62F8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xmlns="" id="{0E42ECF3-F75F-467B-BED1-9A921277FD2E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xmlns="" id="{52AB6F3D-89A8-4DBB-8A6B-E45E703C40F6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xmlns="" id="{06AC07B2-8074-4F48-8C23-B212B6071079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xmlns="" id="{6E6EC2EE-2F2B-4901-BFB5-E68B218A9851}"/>
              </a:ext>
            </a:extLst>
          </p:cNvPr>
          <p:cNvGrpSpPr/>
          <p:nvPr/>
        </p:nvGrpSpPr>
        <p:grpSpPr>
          <a:xfrm>
            <a:off x="3168715" y="629842"/>
            <a:ext cx="224200" cy="2563522"/>
            <a:chOff x="3152946" y="3411743"/>
            <a:chExt cx="224200" cy="2563522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xmlns="" id="{5D115E4F-7C0B-44DC-A7CA-6653E6CC4F56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xmlns="" id="{37700C45-62AA-4FF0-A77E-FF07F361D763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xmlns="" id="{11D6B168-4634-4945-A50D-CBDABE6B9CC5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xmlns="" id="{2630619F-C984-437E-859D-5398B7FE80B4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xmlns="" id="{696DB7A5-3162-42E8-8C30-3B58DF8ECBDE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xmlns="" id="{D8CCA817-B5AD-4D6F-9AA3-3DF0F89F1059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xmlns="" id="{28DFCE1F-657E-41EF-A4BB-34F101BC8CDA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xmlns="" id="{7BE49DDA-3694-4FD4-B7BE-C9AB5367AAAC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xmlns="" id="{B766DEDE-37FD-47FE-981D-C11E08BDD39F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xmlns="" id="{5A48EB81-D024-43C2-ADA7-A76575A0E577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xmlns="" id="{BB09058A-8EE4-4D24-BFDF-929CAC8C67D0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xmlns="" id="{D86C1BF3-5D65-4269-B077-3F235908FBD3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xmlns="" id="{4DCA7AD8-0200-4C55-92A8-9F92916F2A5B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AA8300D4-1DFF-4B4C-9072-9EBFD0AC3312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xmlns="" id="{0C33A49B-D130-4224-9C57-3DA2009CE89C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xmlns="" id="{30435921-8922-4177-B028-751CFE2327EB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xmlns="" id="{459093A7-0F61-4414-8658-C998ACB20B62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xmlns="" id="{F1799F14-7D77-41AA-B7E8-C1979B479EA6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xmlns="" id="{58617F5D-5273-4AEB-BF08-B594B2583AA1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xmlns="" id="{A71C3024-5E39-43EE-86E5-CB5590A67DD4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xmlns="" id="{DA051B76-8058-408C-B205-7B0CFFB80103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xmlns="" id="{F2E80E65-9317-40CD-BA6D-4D9BB16EE7EB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xmlns="" id="{213429F1-163B-42EF-A850-1E1C97222CA2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xmlns="" id="{2F1CDEC2-A92B-4476-99F6-C730EBD41D96}"/>
              </a:ext>
            </a:extLst>
          </p:cNvPr>
          <p:cNvGrpSpPr/>
          <p:nvPr/>
        </p:nvGrpSpPr>
        <p:grpSpPr>
          <a:xfrm>
            <a:off x="1563105" y="3032450"/>
            <a:ext cx="1677295" cy="261074"/>
            <a:chOff x="1574202" y="5942222"/>
            <a:chExt cx="1677295" cy="261074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xmlns="" id="{2AA82F33-5E25-4DDE-A1DC-07B3EA1086DD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xmlns="" id="{E8C35C27-D7C7-4EE0-B643-D18E96AABADC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xmlns="" id="{433022E7-E56D-467E-BC71-78C60CC382CF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xmlns="" id="{84E4C825-F6B2-4184-A313-4A3287B2BBC2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xmlns="" id="{8FCD1696-7730-4991-8BCC-3DD32BE0FC6E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xmlns="" id="{33F6BB92-1C30-4E6E-964C-04544CA39420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xmlns="" id="{BA8482A4-839A-4E3E-90E7-A61B166862D7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xmlns="" id="{6498A58D-D55E-4BA4-AADB-754A62BBBB76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xmlns="" id="{C65FCC57-AC0F-45E0-BA98-55921EDFCAB4}"/>
              </a:ext>
            </a:extLst>
          </p:cNvPr>
          <p:cNvGrpSpPr/>
          <p:nvPr/>
        </p:nvGrpSpPr>
        <p:grpSpPr>
          <a:xfrm rot="10800000">
            <a:off x="4147986" y="612363"/>
            <a:ext cx="1677295" cy="261074"/>
            <a:chOff x="1574202" y="5942222"/>
            <a:chExt cx="1677295" cy="261074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xmlns="" id="{4F9A6E97-FDB7-4DE0-814A-4BE69A25E1DF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xmlns="" id="{397E47DD-D282-4213-831B-43F06B77A845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xmlns="" id="{8C671978-6C20-426F-AAA3-6E0B17B7375B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xmlns="" id="{CFFCF865-8C78-40AA-883A-390A717C2FCD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xmlns="" id="{B37CDC87-A3ED-402D-9C83-702F7ADBAFFE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xmlns="" id="{A648D0C7-3231-4765-80AE-E838057A48FA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xmlns="" id="{290A5024-1710-4780-A6AE-152B0F3A781D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xmlns="" id="{38871DD9-C6FB-4A3E-9BA8-A505C84AB26F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xmlns="" id="{2A874ED4-CDEF-4F27-BBEF-E4E501A97810}"/>
              </a:ext>
            </a:extLst>
          </p:cNvPr>
          <p:cNvGrpSpPr/>
          <p:nvPr/>
        </p:nvGrpSpPr>
        <p:grpSpPr>
          <a:xfrm rot="10800000">
            <a:off x="4001669" y="552892"/>
            <a:ext cx="224200" cy="2563522"/>
            <a:chOff x="3152946" y="3411743"/>
            <a:chExt cx="224200" cy="2563522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xmlns="" id="{3C543F8C-8287-4F9C-9028-B9104BD5B5C7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xmlns="" id="{87568F01-F612-403A-9031-7ED89CC1CD64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xmlns="" id="{FA8C6C0D-96A1-4493-BFDB-BA440AB4A5A9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xmlns="" id="{8D4B0E94-0610-4465-92C4-357765A47219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xmlns="" id="{955F927C-DC04-4E5A-BD59-A702F8BDFD3A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xmlns="" id="{DB1DFBA3-ED14-4A2C-A149-EA6FB07FC3E1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xmlns="" id="{6F981986-041D-4DD9-8E81-78C4AEBD0C57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xmlns="" id="{6F121939-020B-4C37-84E4-F53ADA3A68AE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xmlns="" id="{FABAB41D-02EA-4B10-9540-561299D3BC23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xmlns="" id="{14E7027D-9080-4C58-B523-C7B8043553DF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xmlns="" id="{896ED74A-DAC3-423C-BBBB-8A6116E3D465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xmlns="" id="{C50BBCD4-AB60-4E50-9075-4F83A5F4DF9F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xmlns="" id="{3E4B899D-8365-4EB6-97D9-F48DDC906B8A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xmlns="" id="{2A39DCCC-80AE-4F04-9741-04D1080A91BF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xmlns="" id="{4A5393CB-4627-46FB-8BEA-C5862F9A1446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xmlns="" id="{D39E6D4F-A43B-42D3-B7AF-9DE1140E7D74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xmlns="" id="{C09EC17C-97BA-4864-A047-6849609536B8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xmlns="" id="{B1027C35-674D-4F58-84C0-7ADFCBB94579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xmlns="" id="{E921A9FC-0334-4418-B002-8C8E72D7C90C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xmlns="" id="{720FDA45-73CA-4910-A374-943B3F02CD69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xmlns="" id="{605EE980-51BF-425B-B3B2-F61D49AC36A7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xmlns="" id="{80B843D2-0C6E-4FD7-96F8-8118B1993C3E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xmlns="" id="{BDF318D3-0421-42E6-ACBA-86DE3C27C64F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xmlns="" id="{9DACE273-3C22-4F7A-B06E-2664A066910E}"/>
              </a:ext>
            </a:extLst>
          </p:cNvPr>
          <p:cNvGrpSpPr/>
          <p:nvPr/>
        </p:nvGrpSpPr>
        <p:grpSpPr>
          <a:xfrm rot="10800000">
            <a:off x="3995827" y="2991604"/>
            <a:ext cx="224200" cy="2563522"/>
            <a:chOff x="3152946" y="3411743"/>
            <a:chExt cx="224200" cy="2563522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xmlns="" id="{7918D3F2-2675-4DDE-9267-1B053DC151C9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xmlns="" id="{FC20A59B-C210-42C4-B3D9-812DA13A37C7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xmlns="" id="{3BD146DC-9319-40A7-A6FD-791A52670930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xmlns="" id="{130F7D4D-EC55-4833-9D4D-1463346229D7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xmlns="" id="{6B8AED7B-0188-4772-A4DC-CDC4F2FEC26C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xmlns="" id="{F6F8952B-5003-468E-9ECB-6B08373DC7AF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xmlns="" id="{5C74B185-A15E-4358-AE0D-0F31D3392177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xmlns="" id="{49727AFD-5D81-4F54-9F24-11F7800BDFD7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xmlns="" id="{8B577EBE-81E5-4B0E-A464-0DF7C03629DB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xmlns="" id="{9B89ACD5-6750-450A-8698-CB67C2CC0E57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xmlns="" id="{73FCB460-5CE2-4764-BBEB-A4E5B8625382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xmlns="" id="{5CE58C25-CE74-4AD5-949C-59ED649FBEA9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xmlns="" id="{2A16BA34-02CC-45F2-810B-6BBBD628E61F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xmlns="" id="{F9C01271-84E6-4C44-9020-B69B5C0CD0FC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xmlns="" id="{C27DDB8C-36BF-4E63-A623-362E6B5A4273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xmlns="" id="{006EC0F7-B07C-4050-86B3-85B4FC5F8B8A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xmlns="" id="{1F36F712-F9CF-43B2-8F60-1338277F78FF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xmlns="" id="{F5EC8266-96CA-4A51-99D4-AB66C8800E85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xmlns="" id="{A169A653-F063-4C2F-A64B-CC65E309801D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xmlns="" id="{DFC65A80-9C2E-44FE-AD59-268AD806576D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xmlns="" id="{3A822D49-A8E7-4960-8B51-22C7563175E1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xmlns="" id="{34847A97-6921-49A1-838F-C0599A1FB1CC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xmlns="" id="{3911C211-0424-40DA-8693-65DF630071C3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xmlns="" id="{8A9411B8-B48B-45E2-AAB3-65CFCD3A77B0}"/>
              </a:ext>
            </a:extLst>
          </p:cNvPr>
          <p:cNvGrpSpPr/>
          <p:nvPr/>
        </p:nvGrpSpPr>
        <p:grpSpPr>
          <a:xfrm rot="10800000">
            <a:off x="4185008" y="3011156"/>
            <a:ext cx="1677295" cy="261074"/>
            <a:chOff x="1574202" y="5942222"/>
            <a:chExt cx="1677295" cy="261074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xmlns="" id="{CA175966-2761-4EC9-ADE6-386C25CCDFE8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xmlns="" id="{45E34EF6-3A3D-4AEA-A761-B54D90C8EE2C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xmlns="" id="{88B6CDC1-4E03-4E3D-9B3E-07F272F813D1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xmlns="" id="{06D65900-AA47-4686-8B9A-0DAE1B248BB2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xmlns="" id="{A2BB9C6D-B54E-49A0-BCC2-1D1ABB8798DC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xmlns="" id="{233ABA40-93B7-404D-A17A-6F44EFF85779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xmlns="" id="{904F1685-6183-466D-872D-2E8B6A87CADD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xmlns="" id="{EB1176BD-E23B-434B-97E4-23C18EEE46FB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xmlns="" id="{CE225796-EBF0-4C45-9B94-3CB45D80696A}"/>
              </a:ext>
            </a:extLst>
          </p:cNvPr>
          <p:cNvGrpSpPr/>
          <p:nvPr/>
        </p:nvGrpSpPr>
        <p:grpSpPr>
          <a:xfrm>
            <a:off x="6534651" y="5223937"/>
            <a:ext cx="1677295" cy="261074"/>
            <a:chOff x="1574202" y="5942222"/>
            <a:chExt cx="1677295" cy="261074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xmlns="" id="{7064341E-AC51-4598-A969-489EE6C6FFBA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xmlns="" id="{85FBD721-67C7-401A-A9F5-ABE6D22C9C37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xmlns="" id="{01B74056-C805-4EC8-A4F6-3A139928199C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xmlns="" id="{4FD0325D-08F4-4ED1-BC16-6CF6CDDE8AEE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xmlns="" id="{349443B5-3BCF-46CE-8743-F54E4AB8FB3D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xmlns="" id="{430625BB-BA88-4909-A954-F5E34573F222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xmlns="" id="{4C66DE3D-0026-4D02-8A64-708C43B85ADF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xmlns="" id="{036D5D75-7495-48FB-9D9B-10A36AF0F383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xmlns="" id="{78A3BFE8-5C2B-40BA-85C0-6F7F35E8C0E1}"/>
              </a:ext>
            </a:extLst>
          </p:cNvPr>
          <p:cNvGrpSpPr/>
          <p:nvPr/>
        </p:nvGrpSpPr>
        <p:grpSpPr>
          <a:xfrm>
            <a:off x="6523000" y="2813056"/>
            <a:ext cx="1677295" cy="261074"/>
            <a:chOff x="1574202" y="5942222"/>
            <a:chExt cx="1677295" cy="261074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xmlns="" id="{73052E38-3A4F-4B0E-92B0-B1C93A249C5F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xmlns="" id="{51E87F13-AE4F-4FD8-A5C7-82BE1DDBAF54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xmlns="" id="{6CB37F57-E4E1-433F-B45C-3742CF1783FD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xmlns="" id="{BD4D2567-C4C3-453D-BE3E-012BF53BA549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xmlns="" id="{BA30B97C-1778-4DBF-9552-759F9A04D5F3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xmlns="" id="{17C937D7-8AD1-40A6-9DE2-E51AFCCD2E3B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xmlns="" id="{C0671CA3-851F-4E65-9296-4CF8EC7C2E33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xmlns="" id="{EA754CD0-79A8-4498-B199-1905D59E67AA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xmlns="" id="{5DAB9E77-1DFD-43DC-87D6-876DC32F4655}"/>
              </a:ext>
            </a:extLst>
          </p:cNvPr>
          <p:cNvGrpSpPr/>
          <p:nvPr/>
        </p:nvGrpSpPr>
        <p:grpSpPr>
          <a:xfrm>
            <a:off x="8152583" y="2972685"/>
            <a:ext cx="224200" cy="2563522"/>
            <a:chOff x="3152946" y="3411743"/>
            <a:chExt cx="224200" cy="2563522"/>
          </a:xfrm>
        </p:grpSpPr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xmlns="" id="{ABE8B804-70FB-4C0E-8119-680D63B69BFB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226" name="Group 225">
                <a:extLst>
                  <a:ext uri="{FF2B5EF4-FFF2-40B4-BE49-F238E27FC236}">
                    <a16:creationId xmlns:a16="http://schemas.microsoft.com/office/drawing/2014/main" xmlns="" id="{F1D92EC8-C0CD-42CD-A493-EE15A96335FA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xmlns="" id="{DA51E6F1-90DA-42B8-9A9F-B7589967CFD9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xmlns="" id="{0A1D8BF7-B3E0-4FA1-83FE-4D03AADC85F2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xmlns="" id="{8715974B-0A17-41FA-8FBE-B6783CEBF62D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xmlns="" id="{3AB8FF63-8285-4242-BE70-C8ECCE8353C2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xmlns="" id="{352197FD-961B-4AD2-A676-7871272B819F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227" name="Group 226">
                <a:extLst>
                  <a:ext uri="{FF2B5EF4-FFF2-40B4-BE49-F238E27FC236}">
                    <a16:creationId xmlns:a16="http://schemas.microsoft.com/office/drawing/2014/main" xmlns="" id="{437F23C9-7E8E-4A7D-9E71-6817A7C61F31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xmlns="" id="{B42E29B1-BCC7-41E4-8B67-364E760BEFE3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xmlns="" id="{98235865-DC95-44D0-839B-A03862E19AF1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xmlns="" id="{92D4BD1B-A759-4BE8-812F-5E8E9821A4B3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xmlns="" id="{A0EA5C33-A0AD-4E05-87DA-D2B199544CA6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xmlns="" id="{775F5047-C864-4125-889D-CA00059E2C58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xmlns="" id="{762654A6-7E72-413B-AD1C-1ED27EA3554C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xmlns="" id="{B82CC014-3B6F-4EF0-ABC7-17EF7A859EF7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xmlns="" id="{1DEDBE4E-2F8B-405C-8A00-C5567295CC13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xmlns="" id="{E1AE0802-EB3A-469F-9B8C-1BA1B1B0C39D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xmlns="" id="{3493FD4D-6E43-4D55-9AEC-86762AC9EF5A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224" name="TextBox 223">
                  <a:extLst>
                    <a:ext uri="{FF2B5EF4-FFF2-40B4-BE49-F238E27FC236}">
                      <a16:creationId xmlns:a16="http://schemas.microsoft.com/office/drawing/2014/main" xmlns="" id="{930572B2-D1CF-4881-959E-918E133C69E2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xmlns="" id="{1958C79D-42BA-4C39-84A8-19CC1E390698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218" name="Group 217">
                <a:extLst>
                  <a:ext uri="{FF2B5EF4-FFF2-40B4-BE49-F238E27FC236}">
                    <a16:creationId xmlns:a16="http://schemas.microsoft.com/office/drawing/2014/main" xmlns="" id="{6BAE8F61-1682-4971-B526-E3D0C74FDB8E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xmlns="" id="{F926D0A8-A4E8-43A2-95D0-463F603FFCD7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xmlns="" id="{8EAE89FA-475D-4024-9DDF-FDF72E59D435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xmlns="" id="{24F2F3B4-C0FB-484C-B892-B5ADAC90756A}"/>
              </a:ext>
            </a:extLst>
          </p:cNvPr>
          <p:cNvGrpSpPr/>
          <p:nvPr/>
        </p:nvGrpSpPr>
        <p:grpSpPr>
          <a:xfrm>
            <a:off x="8143432" y="552893"/>
            <a:ext cx="224200" cy="2563522"/>
            <a:chOff x="3152946" y="3411743"/>
            <a:chExt cx="224200" cy="2563522"/>
          </a:xfrm>
        </p:grpSpPr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xmlns="" id="{DC68202D-6F92-40E7-91F3-819D0CE39A27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xmlns="" id="{AC3E77AF-0CB4-4F93-92B8-619648EFE7ED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xmlns="" id="{AA226823-8890-49A9-8F09-DAEFA979FD76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xmlns="" id="{8FCAEE6D-8AAA-48FF-8EDE-96088E97527F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xmlns="" id="{9CCD29CA-44AE-4707-81E7-32F924B26FFA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xmlns="" id="{8468A718-7EA1-4AB4-9DE4-ED476074BF4E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xmlns="" id="{1331CCB2-FC93-4DF5-86D9-96132DBA54F9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xmlns="" id="{79D7015F-54B9-4845-B331-F9676E7854D5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xmlns="" id="{E57AD627-4926-43CA-BCBC-5FB7EAD07F93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xmlns="" id="{A719796B-4DEF-4D22-BED7-5C0E17DAF79C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xmlns="" id="{5E1F5B15-D606-4AE8-ADDD-AAE9E5708F99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xmlns="" id="{B4851475-6D8F-4A8A-AEBB-A96E497DFD83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xmlns="" id="{4977DC5D-E236-42E4-B590-591E63FB218C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xmlns="" id="{45746590-08FB-42AF-9B90-3DE109765577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xmlns="" id="{D55967AA-3743-4F4E-BEFA-70F9E71AC633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245" name="TextBox 244">
                  <a:extLst>
                    <a:ext uri="{FF2B5EF4-FFF2-40B4-BE49-F238E27FC236}">
                      <a16:creationId xmlns:a16="http://schemas.microsoft.com/office/drawing/2014/main" xmlns="" id="{859F13AD-48CC-4184-A9FC-16B054D0EF44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xmlns="" id="{BD9B83CE-3C82-4AD6-AE47-8E0B649F59D3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xmlns="" id="{BDA150F4-01D8-4D40-A4E1-5F9EA2D85719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xmlns="" id="{67DF4CFB-AAA9-4365-B5F4-417271356DE5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xmlns="" id="{F113FDC8-7B9A-4CBC-808F-6C7F6BFF811E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242" name="Group 241">
                <a:extLst>
                  <a:ext uri="{FF2B5EF4-FFF2-40B4-BE49-F238E27FC236}">
                    <a16:creationId xmlns:a16="http://schemas.microsoft.com/office/drawing/2014/main" xmlns="" id="{F28C968E-1DDD-4B87-9DA7-DBE93939B1E2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243" name="TextBox 242">
                  <a:extLst>
                    <a:ext uri="{FF2B5EF4-FFF2-40B4-BE49-F238E27FC236}">
                      <a16:creationId xmlns:a16="http://schemas.microsoft.com/office/drawing/2014/main" xmlns="" id="{384D4FD4-9318-440D-979C-2AA489C7190E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244" name="TextBox 243">
                  <a:extLst>
                    <a:ext uri="{FF2B5EF4-FFF2-40B4-BE49-F238E27FC236}">
                      <a16:creationId xmlns:a16="http://schemas.microsoft.com/office/drawing/2014/main" xmlns="" id="{03D6F1E5-A4E0-4A8E-9778-6B8F5776D059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xmlns="" id="{41634D15-EAD3-4059-AA54-B5826EFEFA81}"/>
              </a:ext>
            </a:extLst>
          </p:cNvPr>
          <p:cNvGrpSpPr/>
          <p:nvPr/>
        </p:nvGrpSpPr>
        <p:grpSpPr>
          <a:xfrm rot="10800000">
            <a:off x="9278191" y="645811"/>
            <a:ext cx="1677295" cy="261074"/>
            <a:chOff x="1574202" y="5942222"/>
            <a:chExt cx="1677295" cy="261074"/>
          </a:xfrm>
        </p:grpSpPr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xmlns="" id="{10501FA2-40B9-47A0-AEFE-096A9A2A994E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xmlns="" id="{BF885373-8BA9-47E4-9243-4FB3934E2E17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xmlns="" id="{49383133-726D-4F04-A71C-2994849FA18C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xmlns="" id="{3FBEFAC1-03AE-444C-A1A3-BCCD09EAC03D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xmlns="" id="{16700267-1405-467C-9928-6C7780CC99DB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xmlns="" id="{F6E4A1E9-1654-4555-B083-369CD9792667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xmlns="" id="{E6AFB45B-DB7F-45DA-AE1D-B68A681F489D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xmlns="" id="{01B58A2E-7D62-43EF-8B42-EFDFA11618A3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xmlns="" id="{8CF26319-B898-478D-9C56-A884847FDAFC}"/>
              </a:ext>
            </a:extLst>
          </p:cNvPr>
          <p:cNvGrpSpPr/>
          <p:nvPr/>
        </p:nvGrpSpPr>
        <p:grpSpPr>
          <a:xfrm rot="10800000">
            <a:off x="9125296" y="780539"/>
            <a:ext cx="224200" cy="2563522"/>
            <a:chOff x="3152946" y="3411743"/>
            <a:chExt cx="224200" cy="2563522"/>
          </a:xfrm>
        </p:grpSpPr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xmlns="" id="{1C1BD3B1-AAC4-49E4-B999-8235DB3EB524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xmlns="" id="{D906952B-B504-466D-8C80-2796CA335A98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xmlns="" id="{61BF27B1-E5D5-4A76-A6C3-D69DFADEB0DD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xmlns="" id="{6EE2CF20-3069-472C-93C1-D2ABAF1A3048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292" name="TextBox 291">
                  <a:extLst>
                    <a:ext uri="{FF2B5EF4-FFF2-40B4-BE49-F238E27FC236}">
                      <a16:creationId xmlns:a16="http://schemas.microsoft.com/office/drawing/2014/main" xmlns="" id="{0D59B584-5379-4DC8-BB32-84C58FD8A9A4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xmlns="" id="{5161575E-2536-4222-8611-A6900689066C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294" name="TextBox 293">
                  <a:extLst>
                    <a:ext uri="{FF2B5EF4-FFF2-40B4-BE49-F238E27FC236}">
                      <a16:creationId xmlns:a16="http://schemas.microsoft.com/office/drawing/2014/main" xmlns="" id="{0C3C5EB1-46F0-4296-A2AD-C4E37F20F0D8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xmlns="" id="{24798261-009A-4506-8731-4C26EBBC641C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285" name="TextBox 284">
                  <a:extLst>
                    <a:ext uri="{FF2B5EF4-FFF2-40B4-BE49-F238E27FC236}">
                      <a16:creationId xmlns:a16="http://schemas.microsoft.com/office/drawing/2014/main" xmlns="" id="{6823332C-431B-4EBA-8140-8E5BA5F6AFA6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286" name="TextBox 285">
                  <a:extLst>
                    <a:ext uri="{FF2B5EF4-FFF2-40B4-BE49-F238E27FC236}">
                      <a16:creationId xmlns:a16="http://schemas.microsoft.com/office/drawing/2014/main" xmlns="" id="{4EB2E5B0-1F4E-438E-9532-07E90996EEDD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xmlns="" id="{9D033B5D-81D0-431D-98B5-F30B97E49304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xmlns="" id="{183D683A-CEFD-4D93-AEBD-59AE0F676E1E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xmlns="" id="{538808A6-310C-46AC-BE8D-49A14D421869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xmlns="" id="{5FBF904E-F0E7-4E1B-8BFE-A9F67E5BB42C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xmlns="" id="{DD756DA6-8A8A-4A87-A54A-0788DCC2B244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xmlns="" id="{63211299-CE4A-4AC6-8106-33462F771F92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279" name="TextBox 278">
                  <a:extLst>
                    <a:ext uri="{FF2B5EF4-FFF2-40B4-BE49-F238E27FC236}">
                      <a16:creationId xmlns:a16="http://schemas.microsoft.com/office/drawing/2014/main" xmlns="" id="{9F937AC2-90D6-45BA-B2C1-84046CCF2BEA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xmlns="" id="{FBAD1BD5-69EE-4B5D-91DE-40AD9D12D07A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xmlns="" id="{F182F1FA-18F5-416E-9709-9297A70A1B4B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xmlns="" id="{972061EC-30BC-4229-807D-8F3F33262C24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xmlns="" id="{C598F9F2-3248-4CF3-B9BD-C13FEB7625E1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xmlns="" id="{735E4BF8-218F-47DE-A844-470713C609DD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xmlns="" id="{DD741FD7-6C64-4C99-B7FF-85061C9C2149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xmlns="" id="{165EFDCE-8C5B-4E0D-AA95-DB18EA38F208}"/>
              </a:ext>
            </a:extLst>
          </p:cNvPr>
          <p:cNvGrpSpPr/>
          <p:nvPr/>
        </p:nvGrpSpPr>
        <p:grpSpPr>
          <a:xfrm rot="10800000">
            <a:off x="9157928" y="3341761"/>
            <a:ext cx="224200" cy="2563522"/>
            <a:chOff x="3152946" y="3411743"/>
            <a:chExt cx="224200" cy="2563522"/>
          </a:xfrm>
        </p:grpSpPr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xmlns="" id="{1B0B9636-F5B0-41DE-8FAE-5FE1DE50A4BA}"/>
                </a:ext>
              </a:extLst>
            </p:cNvPr>
            <p:cNvGrpSpPr/>
            <p:nvPr/>
          </p:nvGrpSpPr>
          <p:grpSpPr>
            <a:xfrm>
              <a:off x="3159176" y="4435290"/>
              <a:ext cx="217970" cy="1539975"/>
              <a:chOff x="3159176" y="4435290"/>
              <a:chExt cx="217970" cy="1539975"/>
            </a:xfrm>
          </p:grpSpPr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xmlns="" id="{32C90047-14E2-4E0A-B385-004AC6B3EC56}"/>
                  </a:ext>
                </a:extLst>
              </p:cNvPr>
              <p:cNvGrpSpPr/>
              <p:nvPr/>
            </p:nvGrpSpPr>
            <p:grpSpPr>
              <a:xfrm>
                <a:off x="3167552" y="5172707"/>
                <a:ext cx="209594" cy="802558"/>
                <a:chOff x="3167552" y="5172707"/>
                <a:chExt cx="209594" cy="802558"/>
              </a:xfrm>
            </p:grpSpPr>
            <p:sp>
              <p:nvSpPr>
                <p:cNvPr id="314" name="TextBox 313">
                  <a:extLst>
                    <a:ext uri="{FF2B5EF4-FFF2-40B4-BE49-F238E27FC236}">
                      <a16:creationId xmlns:a16="http://schemas.microsoft.com/office/drawing/2014/main" xmlns="" id="{A8A577FB-2B6A-467B-B09F-63F4A304CB61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</a:t>
                  </a:r>
                </a:p>
              </p:txBody>
            </p:sp>
            <p:sp>
              <p:nvSpPr>
                <p:cNvPr id="315" name="TextBox 314">
                  <a:extLst>
                    <a:ext uri="{FF2B5EF4-FFF2-40B4-BE49-F238E27FC236}">
                      <a16:creationId xmlns:a16="http://schemas.microsoft.com/office/drawing/2014/main" xmlns="" id="{E18B82DD-F455-4D56-ABFB-0D598BC5B269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2</a:t>
                  </a:r>
                </a:p>
              </p:txBody>
            </p:sp>
            <p:sp>
              <p:nvSpPr>
                <p:cNvPr id="316" name="TextBox 315">
                  <a:extLst>
                    <a:ext uri="{FF2B5EF4-FFF2-40B4-BE49-F238E27FC236}">
                      <a16:creationId xmlns:a16="http://schemas.microsoft.com/office/drawing/2014/main" xmlns="" id="{0F10717F-148D-471C-8DCF-4540465934BA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3</a:t>
                  </a:r>
                </a:p>
              </p:txBody>
            </p:sp>
            <p:sp>
              <p:nvSpPr>
                <p:cNvPr id="317" name="TextBox 316">
                  <a:extLst>
                    <a:ext uri="{FF2B5EF4-FFF2-40B4-BE49-F238E27FC236}">
                      <a16:creationId xmlns:a16="http://schemas.microsoft.com/office/drawing/2014/main" xmlns="" id="{64989F25-8BE3-4467-BB6E-AD9312405655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4</a:t>
                  </a:r>
                </a:p>
              </p:txBody>
            </p:sp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xmlns="" id="{9F9846B1-585A-47A8-B6A2-194D7835361F}"/>
                    </a:ext>
                  </a:extLst>
                </p:cNvPr>
                <p:cNvSpPr txBox="1"/>
                <p:nvPr/>
              </p:nvSpPr>
              <p:spPr>
                <a:xfrm rot="16200000">
                  <a:off x="3157940" y="518745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5</a:t>
                  </a:r>
                </a:p>
              </p:txBody>
            </p:sp>
          </p:grp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xmlns="" id="{3EDD2641-6E83-488C-95B7-00733ACB02B2}"/>
                  </a:ext>
                </a:extLst>
              </p:cNvPr>
              <p:cNvGrpSpPr/>
              <p:nvPr/>
            </p:nvGrpSpPr>
            <p:grpSpPr>
              <a:xfrm>
                <a:off x="3159176" y="4435290"/>
                <a:ext cx="209594" cy="825000"/>
                <a:chOff x="3167552" y="5150265"/>
                <a:chExt cx="209594" cy="825000"/>
              </a:xfrm>
            </p:grpSpPr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xmlns="" id="{F09F1A3D-9B1C-4064-A55D-87F39EE492A3}"/>
                    </a:ext>
                  </a:extLst>
                </p:cNvPr>
                <p:cNvSpPr txBox="1"/>
                <p:nvPr/>
              </p:nvSpPr>
              <p:spPr>
                <a:xfrm rot="16200000">
                  <a:off x="3162344" y="576046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6</a:t>
                  </a:r>
                </a:p>
              </p:txBody>
            </p:sp>
            <p:sp>
              <p:nvSpPr>
                <p:cNvPr id="310" name="TextBox 309">
                  <a:extLst>
                    <a:ext uri="{FF2B5EF4-FFF2-40B4-BE49-F238E27FC236}">
                      <a16:creationId xmlns:a16="http://schemas.microsoft.com/office/drawing/2014/main" xmlns="" id="{A8D79B19-1414-4004-8EDB-E02B5CE0FA69}"/>
                    </a:ext>
                  </a:extLst>
                </p:cNvPr>
                <p:cNvSpPr txBox="1"/>
                <p:nvPr/>
              </p:nvSpPr>
              <p:spPr>
                <a:xfrm rot="16200000">
                  <a:off x="3158260" y="5609764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7</a:t>
                  </a:r>
                </a:p>
              </p:txBody>
            </p:sp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xmlns="" id="{9E3CCDE0-F92C-46F6-ADE2-8D8E4104F0BA}"/>
                    </a:ext>
                  </a:extLst>
                </p:cNvPr>
                <p:cNvSpPr txBox="1"/>
                <p:nvPr/>
              </p:nvSpPr>
              <p:spPr>
                <a:xfrm rot="16200000">
                  <a:off x="3158259" y="5472022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8</a:t>
                  </a:r>
                </a:p>
              </p:txBody>
            </p:sp>
            <p:sp>
              <p:nvSpPr>
                <p:cNvPr id="312" name="TextBox 311">
                  <a:extLst>
                    <a:ext uri="{FF2B5EF4-FFF2-40B4-BE49-F238E27FC236}">
                      <a16:creationId xmlns:a16="http://schemas.microsoft.com/office/drawing/2014/main" xmlns="" id="{B979DDA1-6E7B-4A3F-A781-946E1CD08EDE}"/>
                    </a:ext>
                  </a:extLst>
                </p:cNvPr>
                <p:cNvSpPr txBox="1"/>
                <p:nvPr/>
              </p:nvSpPr>
              <p:spPr>
                <a:xfrm rot="16200000">
                  <a:off x="3152805" y="5337721"/>
                  <a:ext cx="22955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9</a:t>
                  </a:r>
                </a:p>
              </p:txBody>
            </p:sp>
            <p:sp>
              <p:nvSpPr>
                <p:cNvPr id="313" name="TextBox 312">
                  <a:extLst>
                    <a:ext uri="{FF2B5EF4-FFF2-40B4-BE49-F238E27FC236}">
                      <a16:creationId xmlns:a16="http://schemas.microsoft.com/office/drawing/2014/main" xmlns="" id="{F7FAA500-2044-4D8C-B105-120D33F16947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10</a:t>
                  </a:r>
                </a:p>
              </p:txBody>
            </p:sp>
          </p:grpSp>
        </p:grp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xmlns="" id="{80676231-540D-4B02-93FF-CEF67945F1FB}"/>
                </a:ext>
              </a:extLst>
            </p:cNvPr>
            <p:cNvGrpSpPr/>
            <p:nvPr/>
          </p:nvGrpSpPr>
          <p:grpSpPr>
            <a:xfrm>
              <a:off x="3152946" y="3411743"/>
              <a:ext cx="212515" cy="1140107"/>
              <a:chOff x="3164631" y="4857600"/>
              <a:chExt cx="212515" cy="1140107"/>
            </a:xfrm>
          </p:grpSpPr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xmlns="" id="{78718E4F-787B-46F8-A6A2-3ABE5EA9BD2F}"/>
                  </a:ext>
                </a:extLst>
              </p:cNvPr>
              <p:cNvGrpSpPr/>
              <p:nvPr/>
            </p:nvGrpSpPr>
            <p:grpSpPr>
              <a:xfrm>
                <a:off x="3167552" y="5150265"/>
                <a:ext cx="209594" cy="847442"/>
                <a:chOff x="3167552" y="5150265"/>
                <a:chExt cx="209594" cy="847442"/>
              </a:xfrm>
            </p:grpSpPr>
            <p:sp>
              <p:nvSpPr>
                <p:cNvPr id="302" name="TextBox 301">
                  <a:extLst>
                    <a:ext uri="{FF2B5EF4-FFF2-40B4-BE49-F238E27FC236}">
                      <a16:creationId xmlns:a16="http://schemas.microsoft.com/office/drawing/2014/main" xmlns="" id="{8FBD7872-DB49-47D3-98D0-08028FE2E20F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11</a:t>
                  </a:r>
                </a:p>
              </p:txBody>
            </p:sp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xmlns="" id="{6FED98EE-2E7F-4F11-ABD5-E784D3B478B9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12</a:t>
                  </a:r>
                </a:p>
              </p:txBody>
            </p:sp>
            <p:sp>
              <p:nvSpPr>
                <p:cNvPr id="304" name="TextBox 303">
                  <a:extLst>
                    <a:ext uri="{FF2B5EF4-FFF2-40B4-BE49-F238E27FC236}">
                      <a16:creationId xmlns:a16="http://schemas.microsoft.com/office/drawing/2014/main" xmlns="" id="{7BD6770B-A7C2-4E75-B723-97BAC4074A04}"/>
                    </a:ext>
                  </a:extLst>
                </p:cNvPr>
                <p:cNvSpPr txBox="1"/>
                <p:nvPr/>
              </p:nvSpPr>
              <p:spPr>
                <a:xfrm rot="16200000">
                  <a:off x="3135817" y="547202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13</a:t>
                  </a:r>
                </a:p>
              </p:txBody>
            </p:sp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xmlns="" id="{09143ABC-5A13-489C-AF52-4B74D8849393}"/>
                    </a:ext>
                  </a:extLst>
                </p:cNvPr>
                <p:cNvSpPr txBox="1"/>
                <p:nvPr/>
              </p:nvSpPr>
              <p:spPr>
                <a:xfrm rot="16200000">
                  <a:off x="3130363" y="5337721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14</a:t>
                  </a:r>
                </a:p>
              </p:txBody>
            </p:sp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xmlns="" id="{B9D9BC71-F949-4DCF-ACEB-CF9F86FA931F}"/>
                    </a:ext>
                  </a:extLst>
                </p:cNvPr>
                <p:cNvSpPr txBox="1"/>
                <p:nvPr/>
              </p:nvSpPr>
              <p:spPr>
                <a:xfrm rot="16200000">
                  <a:off x="3135498" y="518745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15</a:t>
                  </a:r>
                </a:p>
              </p:txBody>
            </p:sp>
          </p:grpSp>
          <p:grpSp>
            <p:nvGrpSpPr>
              <p:cNvPr id="299" name="Group 298">
                <a:extLst>
                  <a:ext uri="{FF2B5EF4-FFF2-40B4-BE49-F238E27FC236}">
                    <a16:creationId xmlns:a16="http://schemas.microsoft.com/office/drawing/2014/main" xmlns="" id="{2FD5B5D8-C128-49AE-B723-0F7C8864B4E8}"/>
                  </a:ext>
                </a:extLst>
              </p:cNvPr>
              <p:cNvGrpSpPr/>
              <p:nvPr/>
            </p:nvGrpSpPr>
            <p:grpSpPr>
              <a:xfrm>
                <a:off x="3164631" y="4857600"/>
                <a:ext cx="204139" cy="425132"/>
                <a:chOff x="3173007" y="5572575"/>
                <a:chExt cx="204139" cy="425132"/>
              </a:xfrm>
            </p:grpSpPr>
            <p:sp>
              <p:nvSpPr>
                <p:cNvPr id="300" name="TextBox 299">
                  <a:extLst>
                    <a:ext uri="{FF2B5EF4-FFF2-40B4-BE49-F238E27FC236}">
                      <a16:creationId xmlns:a16="http://schemas.microsoft.com/office/drawing/2014/main" xmlns="" id="{FBC18EE4-FF11-4404-B911-65EB772493B0}"/>
                    </a:ext>
                  </a:extLst>
                </p:cNvPr>
                <p:cNvSpPr txBox="1"/>
                <p:nvPr/>
              </p:nvSpPr>
              <p:spPr>
                <a:xfrm rot="16200000">
                  <a:off x="3139902" y="5760462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16</a:t>
                  </a:r>
                </a:p>
              </p:txBody>
            </p:sp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xmlns="" id="{6656E98C-D065-4EAF-8890-B22AD0191310}"/>
                    </a:ext>
                  </a:extLst>
                </p:cNvPr>
                <p:cNvSpPr txBox="1"/>
                <p:nvPr/>
              </p:nvSpPr>
              <p:spPr>
                <a:xfrm rot="16200000">
                  <a:off x="3135818" y="5609764"/>
                  <a:ext cx="274434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b="1" dirty="0"/>
                    <a:t>17</a:t>
                  </a:r>
                </a:p>
              </p:txBody>
            </p:sp>
          </p:grpSp>
        </p:grp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xmlns="" id="{4B997611-7C72-4315-93A8-A6C97F75D701}"/>
              </a:ext>
            </a:extLst>
          </p:cNvPr>
          <p:cNvGrpSpPr/>
          <p:nvPr/>
        </p:nvGrpSpPr>
        <p:grpSpPr>
          <a:xfrm rot="10800000">
            <a:off x="9266331" y="3312746"/>
            <a:ext cx="1677295" cy="261074"/>
            <a:chOff x="1574202" y="5942222"/>
            <a:chExt cx="1677295" cy="261074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xmlns="" id="{9ADFCF07-93E1-4E68-B6AE-A084BC8AF7BF}"/>
                </a:ext>
              </a:extLst>
            </p:cNvPr>
            <p:cNvGrpSpPr/>
            <p:nvPr/>
          </p:nvGrpSpPr>
          <p:grpSpPr>
            <a:xfrm>
              <a:off x="1574202" y="5942222"/>
              <a:ext cx="826787" cy="261073"/>
              <a:chOff x="1542810" y="5942223"/>
              <a:chExt cx="826787" cy="261073"/>
            </a:xfrm>
          </p:grpSpPr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xmlns="" id="{BE7C39EC-9E58-4A51-8DDF-D7C08157B946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6</a:t>
                </a:r>
              </a:p>
            </p:txBody>
          </p:sp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xmlns="" id="{696E1D35-FD03-4AB1-9E0E-67DD6D8E8022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5</a:t>
                </a:r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xmlns="" id="{EFA12295-DADD-4DBA-BA43-AAE4C0418322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4</a:t>
                </a:r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xmlns="" id="{9289A485-3A45-49DE-97E3-CAE1A672294E}"/>
                </a:ext>
              </a:extLst>
            </p:cNvPr>
            <p:cNvGrpSpPr/>
            <p:nvPr/>
          </p:nvGrpSpPr>
          <p:grpSpPr>
            <a:xfrm>
              <a:off x="2424710" y="5942223"/>
              <a:ext cx="826787" cy="261073"/>
              <a:chOff x="1542810" y="5942223"/>
              <a:chExt cx="826787" cy="261073"/>
            </a:xfrm>
          </p:grpSpPr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xmlns="" id="{8927B1BB-7026-4FFA-A69C-567753447632}"/>
                  </a:ext>
                </a:extLst>
              </p:cNvPr>
              <p:cNvSpPr txBox="1"/>
              <p:nvPr/>
            </p:nvSpPr>
            <p:spPr>
              <a:xfrm rot="16200000">
                <a:off x="1545214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3</a:t>
                </a:r>
              </a:p>
            </p:txBody>
          </p:sp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xmlns="" id="{DB470E97-2198-4BD1-B6BF-C6991120387B}"/>
                  </a:ext>
                </a:extLst>
              </p:cNvPr>
              <p:cNvSpPr txBox="1"/>
              <p:nvPr/>
            </p:nvSpPr>
            <p:spPr>
              <a:xfrm rot="16200000">
                <a:off x="1827802" y="5939819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2</a:t>
                </a:r>
              </a:p>
            </p:txBody>
          </p:sp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xmlns="" id="{CB777C55-82E9-435D-8038-6A6AB5A2AC90}"/>
                  </a:ext>
                </a:extLst>
              </p:cNvPr>
              <p:cNvSpPr txBox="1"/>
              <p:nvPr/>
            </p:nvSpPr>
            <p:spPr>
              <a:xfrm rot="16200000">
                <a:off x="2110391" y="5944090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464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xmlns="" id="{C8B36D3C-F767-4DBC-B563-95C655EBC438}"/>
              </a:ext>
            </a:extLst>
          </p:cNvPr>
          <p:cNvGrpSpPr/>
          <p:nvPr/>
        </p:nvGrpSpPr>
        <p:grpSpPr>
          <a:xfrm>
            <a:off x="762897" y="175151"/>
            <a:ext cx="4267162" cy="6746846"/>
            <a:chOff x="5676043" y="111159"/>
            <a:chExt cx="4267162" cy="6746846"/>
          </a:xfrm>
        </p:grpSpPr>
        <p:grpSp>
          <p:nvGrpSpPr>
            <p:cNvPr id="10" name="Group 9"/>
            <p:cNvGrpSpPr/>
            <p:nvPr/>
          </p:nvGrpSpPr>
          <p:grpSpPr>
            <a:xfrm rot="5400000">
              <a:off x="5898311" y="2813111"/>
              <a:ext cx="6722106" cy="1367682"/>
              <a:chOff x="1536160" y="4922845"/>
              <a:chExt cx="6722106" cy="136768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xmlns="" id="{4725040F-3246-4866-8BF8-07029BB010F4}"/>
                  </a:ext>
                </a:extLst>
              </p:cNvPr>
              <p:cNvGrpSpPr/>
              <p:nvPr/>
            </p:nvGrpSpPr>
            <p:grpSpPr>
              <a:xfrm>
                <a:off x="2065264" y="4947457"/>
                <a:ext cx="6193002" cy="1323833"/>
                <a:chOff x="1828801" y="2251882"/>
                <a:chExt cx="6193002" cy="1323833"/>
              </a:xfrm>
              <a:solidFill>
                <a:schemeClr val="bg1"/>
              </a:solidFill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xmlns="" id="{5C2C34AC-43CF-4198-8E66-DD21609444E0}"/>
                    </a:ext>
                  </a:extLst>
                </p:cNvPr>
                <p:cNvSpPr/>
                <p:nvPr/>
              </p:nvSpPr>
              <p:spPr>
                <a:xfrm>
                  <a:off x="1828801" y="2251882"/>
                  <a:ext cx="5284699" cy="1323832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p:sp>
              <p:nvSpPr>
                <p:cNvPr id="18" name="Isosceles Triangle 17">
                  <a:extLst>
                    <a:ext uri="{FF2B5EF4-FFF2-40B4-BE49-F238E27FC236}">
                      <a16:creationId xmlns:a16="http://schemas.microsoft.com/office/drawing/2014/main" xmlns="" id="{1E5FB722-ED6D-4ADA-B335-156420712AB1}"/>
                    </a:ext>
                  </a:extLst>
                </p:cNvPr>
                <p:cNvSpPr/>
                <p:nvPr/>
              </p:nvSpPr>
              <p:spPr>
                <a:xfrm rot="5400000">
                  <a:off x="6916106" y="2470019"/>
                  <a:ext cx="1303091" cy="908302"/>
                </a:xfrm>
                <a:prstGeom prst="triangle">
                  <a:avLst>
                    <a:gd name="adj" fmla="val 48394"/>
                  </a:avLst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/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63DD1A60-7E7E-4546-A4AD-C506AE3A5491}"/>
                  </a:ext>
                </a:extLst>
              </p:cNvPr>
              <p:cNvSpPr txBox="1"/>
              <p:nvPr/>
            </p:nvSpPr>
            <p:spPr>
              <a:xfrm rot="16200000">
                <a:off x="4432753" y="5255431"/>
                <a:ext cx="97103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/>
                  <a:t>Control</a:t>
                </a:r>
              </a:p>
              <a:p>
                <a:pPr algn="ctr"/>
                <a:r>
                  <a:rPr lang="en-US" sz="2000" b="1" dirty="0"/>
                  <a:t>Fast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F405FF3D-EE74-448F-90E6-86318C8F457B}"/>
                  </a:ext>
                </a:extLst>
              </p:cNvPr>
              <p:cNvSpPr txBox="1"/>
              <p:nvPr/>
            </p:nvSpPr>
            <p:spPr>
              <a:xfrm rot="16200000">
                <a:off x="5556085" y="5118002"/>
                <a:ext cx="93487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/>
                  <a:t>Block: 1</a:t>
                </a:r>
              </a:p>
              <a:p>
                <a:pPr algn="ctr"/>
                <a:r>
                  <a:rPr lang="en-US" b="1" dirty="0"/>
                  <a:t>Row:  6</a:t>
                </a:r>
              </a:p>
              <a:p>
                <a:pPr algn="ctr"/>
                <a:r>
                  <a:rPr lang="en-US" b="1" dirty="0"/>
                  <a:t>Col: 13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8AE26632-E6EE-4B98-A341-ADB5579FCE20}"/>
                  </a:ext>
                </a:extLst>
              </p:cNvPr>
              <p:cNvSpPr txBox="1"/>
              <p:nvPr/>
            </p:nvSpPr>
            <p:spPr>
              <a:xfrm rot="16200000">
                <a:off x="2017265" y="5283520"/>
                <a:ext cx="13676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/>
                  <a:t>1.6.13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63DD1A60-7E7E-4546-A4AD-C506AE3A5491}"/>
                  </a:ext>
                </a:extLst>
              </p:cNvPr>
              <p:cNvSpPr txBox="1"/>
              <p:nvPr/>
            </p:nvSpPr>
            <p:spPr>
              <a:xfrm rot="16200000">
                <a:off x="2920179" y="5164170"/>
                <a:ext cx="77938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800" b="1" dirty="0"/>
                  <a:t>F1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8AE26632-E6EE-4B98-A341-ADB5579FCE20}"/>
                  </a:ext>
                </a:extLst>
              </p:cNvPr>
              <p:cNvSpPr txBox="1"/>
              <p:nvPr/>
            </p:nvSpPr>
            <p:spPr>
              <a:xfrm rot="16200000">
                <a:off x="3635676" y="5287282"/>
                <a:ext cx="6014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97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536160" y="4969818"/>
                <a:ext cx="646330" cy="12549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5859603" y="110456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676043" y="1705781"/>
              <a:ext cx="1444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Species code 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914837" y="2375273"/>
              <a:ext cx="11791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Harvest ID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10541" y="111159"/>
              <a:ext cx="24740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Tape with Speed Code</a:t>
              </a:r>
              <a:br>
                <a:rPr lang="en-US" b="1" dirty="0"/>
              </a:br>
              <a:r>
                <a:rPr lang="en-US" b="1" dirty="0"/>
                <a:t> (</a:t>
              </a:r>
              <a:r>
                <a:rPr lang="en-US" b="1" dirty="0">
                  <a:solidFill>
                    <a:srgbClr val="33BBFF"/>
                  </a:solidFill>
                </a:rPr>
                <a:t>Fast</a:t>
              </a:r>
              <a:r>
                <a:rPr lang="en-US" b="1" dirty="0"/>
                <a:t> – </a:t>
              </a:r>
              <a:r>
                <a:rPr lang="en-US" b="1" dirty="0">
                  <a:solidFill>
                    <a:schemeClr val="accent4"/>
                  </a:solidFill>
                </a:rPr>
                <a:t>Medium</a:t>
              </a:r>
              <a:r>
                <a:rPr lang="en-US" b="1" dirty="0"/>
                <a:t> – </a:t>
              </a:r>
              <a:r>
                <a:rPr lang="en-US" b="1" dirty="0">
                  <a:solidFill>
                    <a:srgbClr val="FF7C80"/>
                  </a:solidFill>
                </a:rPr>
                <a:t>Slow</a:t>
              </a:r>
              <a:r>
                <a:rPr lang="en-US" b="1" dirty="0"/>
                <a:t>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538FA873-437A-4784-816D-23FFA18DD2D1}"/>
                </a:ext>
              </a:extLst>
            </p:cNvPr>
            <p:cNvSpPr txBox="1"/>
            <p:nvPr/>
          </p:nvSpPr>
          <p:spPr>
            <a:xfrm>
              <a:off x="6169934" y="3168274"/>
              <a:ext cx="12304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Treatment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F029D419-5A4C-4A37-80C3-4FF1EC566A00}"/>
                </a:ext>
              </a:extLst>
            </p:cNvPr>
            <p:cNvSpPr txBox="1"/>
            <p:nvPr/>
          </p:nvSpPr>
          <p:spPr>
            <a:xfrm>
              <a:off x="6590252" y="3556653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Speed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xmlns="" id="{E152D1B7-613F-40DD-A8F1-6831488D8729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>
              <a:off x="8018131" y="323162"/>
              <a:ext cx="623105" cy="1359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35CAB85D-FEEE-45F4-B827-2C0B068B27D5}"/>
                </a:ext>
              </a:extLst>
            </p:cNvPr>
            <p:cNvSpPr txBox="1"/>
            <p:nvPr/>
          </p:nvSpPr>
          <p:spPr>
            <a:xfrm>
              <a:off x="7171633" y="4163818"/>
              <a:ext cx="7008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Block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EA574614-258A-45F8-BA14-C0C3202B5001}"/>
                </a:ext>
              </a:extLst>
            </p:cNvPr>
            <p:cNvCxnSpPr>
              <a:cxnSpLocks/>
            </p:cNvCxnSpPr>
            <p:nvPr/>
          </p:nvCxnSpPr>
          <p:spPr>
            <a:xfrm>
              <a:off x="8146169" y="1053031"/>
              <a:ext cx="351207" cy="1920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1E3DFF66-9632-42EB-AC05-9AE6015772A8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60" y="1897335"/>
              <a:ext cx="136761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xmlns="" id="{ABE8C2CA-9B34-43FF-8258-E72C1896DA0C}"/>
                </a:ext>
              </a:extLst>
            </p:cNvPr>
            <p:cNvCxnSpPr>
              <a:cxnSpLocks/>
            </p:cNvCxnSpPr>
            <p:nvPr/>
          </p:nvCxnSpPr>
          <p:spPr>
            <a:xfrm>
              <a:off x="7091506" y="2549567"/>
              <a:ext cx="1308487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xmlns="" id="{C4B95FCE-3047-42E6-A8DC-569C9BCF7592}"/>
                </a:ext>
              </a:extLst>
            </p:cNvPr>
            <p:cNvCxnSpPr>
              <a:cxnSpLocks/>
            </p:cNvCxnSpPr>
            <p:nvPr/>
          </p:nvCxnSpPr>
          <p:spPr>
            <a:xfrm>
              <a:off x="7331905" y="3339633"/>
              <a:ext cx="117188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xmlns="" id="{B08307EC-1958-4416-8BC0-89D408419A9E}"/>
                </a:ext>
              </a:extLst>
            </p:cNvPr>
            <p:cNvCxnSpPr>
              <a:cxnSpLocks/>
            </p:cNvCxnSpPr>
            <p:nvPr/>
          </p:nvCxnSpPr>
          <p:spPr>
            <a:xfrm>
              <a:off x="7379817" y="3720267"/>
              <a:ext cx="109370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xmlns="" id="{E8257233-94F8-4B13-8DAF-48F7CA314695}"/>
                </a:ext>
              </a:extLst>
            </p:cNvPr>
            <p:cNvCxnSpPr>
              <a:cxnSpLocks/>
            </p:cNvCxnSpPr>
            <p:nvPr/>
          </p:nvCxnSpPr>
          <p:spPr>
            <a:xfrm>
              <a:off x="7879051" y="4342148"/>
              <a:ext cx="52094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71FE8281-487E-4010-9254-16510EEBA84A}"/>
                </a:ext>
              </a:extLst>
            </p:cNvPr>
            <p:cNvSpPr txBox="1"/>
            <p:nvPr/>
          </p:nvSpPr>
          <p:spPr>
            <a:xfrm>
              <a:off x="7294570" y="4457014"/>
              <a:ext cx="6049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Row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E0166901-5766-4263-9562-E0819DC7601D}"/>
                </a:ext>
              </a:extLst>
            </p:cNvPr>
            <p:cNvSpPr txBox="1"/>
            <p:nvPr/>
          </p:nvSpPr>
          <p:spPr>
            <a:xfrm>
              <a:off x="7120349" y="4792034"/>
              <a:ext cx="9204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Column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xmlns="" id="{79576C6F-BBEB-4ADB-B16E-5D122182EB09}"/>
                </a:ext>
              </a:extLst>
            </p:cNvPr>
            <p:cNvCxnSpPr>
              <a:cxnSpLocks/>
            </p:cNvCxnSpPr>
            <p:nvPr/>
          </p:nvCxnSpPr>
          <p:spPr>
            <a:xfrm>
              <a:off x="7904710" y="4648016"/>
              <a:ext cx="52094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xmlns="" id="{3CD976A9-4F3D-430F-B21B-796E3E7EB9E0}"/>
                </a:ext>
              </a:extLst>
            </p:cNvPr>
            <p:cNvCxnSpPr>
              <a:cxnSpLocks/>
            </p:cNvCxnSpPr>
            <p:nvPr/>
          </p:nvCxnSpPr>
          <p:spPr>
            <a:xfrm>
              <a:off x="8006300" y="5011012"/>
              <a:ext cx="5164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8A8482A3-B838-4DE6-8F6D-8699160FA7A0}"/>
              </a:ext>
            </a:extLst>
          </p:cNvPr>
          <p:cNvSpPr txBox="1"/>
          <p:nvPr/>
        </p:nvSpPr>
        <p:spPr>
          <a:xfrm>
            <a:off x="2587358" y="88962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Block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B4FDA4B9-52E2-4393-977F-9E07A0F879B3}"/>
              </a:ext>
            </a:extLst>
          </p:cNvPr>
          <p:cNvSpPr/>
          <p:nvPr/>
        </p:nvSpPr>
        <p:spPr>
          <a:xfrm>
            <a:off x="3650900" y="1151755"/>
            <a:ext cx="487183" cy="48718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xmlns="" id="{CD9B1064-7DD0-41B0-82F3-A6EE0A87211E}"/>
              </a:ext>
            </a:extLst>
          </p:cNvPr>
          <p:cNvSpPr/>
          <p:nvPr/>
        </p:nvSpPr>
        <p:spPr>
          <a:xfrm>
            <a:off x="4019399" y="1151755"/>
            <a:ext cx="487183" cy="48718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xmlns="" id="{B74A419E-CF9E-4D7D-A8BA-2B1F47B353A7}"/>
              </a:ext>
            </a:extLst>
          </p:cNvPr>
          <p:cNvSpPr/>
          <p:nvPr/>
        </p:nvSpPr>
        <p:spPr>
          <a:xfrm>
            <a:off x="4457756" y="1151755"/>
            <a:ext cx="487183" cy="48718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1D71661C-2B80-4461-A5BF-4EA3200F8923}"/>
              </a:ext>
            </a:extLst>
          </p:cNvPr>
          <p:cNvSpPr txBox="1"/>
          <p:nvPr/>
        </p:nvSpPr>
        <p:spPr>
          <a:xfrm>
            <a:off x="3949997" y="884711"/>
            <a:ext cx="60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Row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xmlns="" id="{61F55DC5-E7AF-41BB-BFAC-00FBD8997014}"/>
              </a:ext>
            </a:extLst>
          </p:cNvPr>
          <p:cNvCxnSpPr>
            <a:cxnSpLocks/>
          </p:cNvCxnSpPr>
          <p:nvPr/>
        </p:nvCxnSpPr>
        <p:spPr>
          <a:xfrm flipH="1">
            <a:off x="4976015" y="1132613"/>
            <a:ext cx="365986" cy="191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xmlns="" id="{9D997076-8D8E-4AD4-AA78-8DCE81A1CB99}"/>
              </a:ext>
            </a:extLst>
          </p:cNvPr>
          <p:cNvSpPr/>
          <p:nvPr/>
        </p:nvSpPr>
        <p:spPr>
          <a:xfrm rot="5400000">
            <a:off x="6602478" y="4227186"/>
            <a:ext cx="2338309" cy="795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xmlns="" id="{19BDE5EA-C42A-4DE3-9AA8-70DC4ECA516A}"/>
              </a:ext>
            </a:extLst>
          </p:cNvPr>
          <p:cNvSpPr/>
          <p:nvPr/>
        </p:nvSpPr>
        <p:spPr>
          <a:xfrm rot="5400000">
            <a:off x="7153113" y="871774"/>
            <a:ext cx="769771" cy="930615"/>
          </a:xfrm>
          <a:prstGeom prst="rect">
            <a:avLst/>
          </a:prstGeom>
          <a:solidFill>
            <a:srgbClr val="33BB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xmlns="" id="{82E02749-DDAE-4963-9C22-9116CF078DEC}"/>
              </a:ext>
            </a:extLst>
          </p:cNvPr>
          <p:cNvSpPr/>
          <p:nvPr/>
        </p:nvSpPr>
        <p:spPr>
          <a:xfrm rot="5400000">
            <a:off x="8619857" y="871762"/>
            <a:ext cx="769771" cy="93061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DC83ADDE-E201-4D08-A3FB-3EB19E2A9468}"/>
              </a:ext>
            </a:extLst>
          </p:cNvPr>
          <p:cNvSpPr/>
          <p:nvPr/>
        </p:nvSpPr>
        <p:spPr>
          <a:xfrm rot="5400000">
            <a:off x="10074485" y="871762"/>
            <a:ext cx="769771" cy="930615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F96101A8-7834-4915-AA5B-4989DBA37F3E}"/>
              </a:ext>
            </a:extLst>
          </p:cNvPr>
          <p:cNvSpPr txBox="1"/>
          <p:nvPr/>
        </p:nvSpPr>
        <p:spPr>
          <a:xfrm>
            <a:off x="7234857" y="1743037"/>
            <a:ext cx="56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Fast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81E42C08-6FE5-4E4F-9DA0-18769EE9B4E0}"/>
              </a:ext>
            </a:extLst>
          </p:cNvPr>
          <p:cNvSpPr txBox="1"/>
          <p:nvPr/>
        </p:nvSpPr>
        <p:spPr>
          <a:xfrm>
            <a:off x="8539435" y="1743037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Medium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C0DF5F30-715B-485A-B6B9-7FAA35002B02}"/>
              </a:ext>
            </a:extLst>
          </p:cNvPr>
          <p:cNvSpPr txBox="1"/>
          <p:nvPr/>
        </p:nvSpPr>
        <p:spPr>
          <a:xfrm>
            <a:off x="10175895" y="1743037"/>
            <a:ext cx="644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Slow</a:t>
            </a: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xmlns="" id="{BC59BCCA-01D7-4DB8-A34E-D7F243524893}"/>
              </a:ext>
            </a:extLst>
          </p:cNvPr>
          <p:cNvSpPr/>
          <p:nvPr/>
        </p:nvSpPr>
        <p:spPr>
          <a:xfrm rot="10800000">
            <a:off x="7374011" y="5788491"/>
            <a:ext cx="795241" cy="484618"/>
          </a:xfrm>
          <a:prstGeom prst="triangle">
            <a:avLst>
              <a:gd name="adj" fmla="val 4145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xmlns="" id="{49591CF2-D980-4E73-A7EE-D995E336A1C8}"/>
              </a:ext>
            </a:extLst>
          </p:cNvPr>
          <p:cNvSpPr/>
          <p:nvPr/>
        </p:nvSpPr>
        <p:spPr>
          <a:xfrm rot="5400000">
            <a:off x="7802627" y="4217859"/>
            <a:ext cx="2338309" cy="79524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5" name="Isosceles Triangle 94">
            <a:extLst>
              <a:ext uri="{FF2B5EF4-FFF2-40B4-BE49-F238E27FC236}">
                <a16:creationId xmlns:a16="http://schemas.microsoft.com/office/drawing/2014/main" xmlns="" id="{3CF6CCC5-36B2-4B3D-9D26-519798041C81}"/>
              </a:ext>
            </a:extLst>
          </p:cNvPr>
          <p:cNvSpPr/>
          <p:nvPr/>
        </p:nvSpPr>
        <p:spPr>
          <a:xfrm rot="10800000">
            <a:off x="8574161" y="5788493"/>
            <a:ext cx="795241" cy="484618"/>
          </a:xfrm>
          <a:prstGeom prst="triangle">
            <a:avLst>
              <a:gd name="adj" fmla="val 41454"/>
            </a:avLst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xmlns="" id="{302E33EF-C447-448E-87C9-02F19ECF90ED}"/>
              </a:ext>
            </a:extLst>
          </p:cNvPr>
          <p:cNvSpPr/>
          <p:nvPr/>
        </p:nvSpPr>
        <p:spPr>
          <a:xfrm rot="5400000">
            <a:off x="9078209" y="4227186"/>
            <a:ext cx="2338309" cy="795240"/>
          </a:xfrm>
          <a:prstGeom prst="rect">
            <a:avLst/>
          </a:prstGeom>
          <a:solidFill>
            <a:srgbClr val="8AFA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xmlns="" id="{EB1185C9-1FD8-43FA-B0FE-C18F07ABAF09}"/>
              </a:ext>
            </a:extLst>
          </p:cNvPr>
          <p:cNvSpPr/>
          <p:nvPr/>
        </p:nvSpPr>
        <p:spPr>
          <a:xfrm rot="10800000">
            <a:off x="9849742" y="5788491"/>
            <a:ext cx="795241" cy="484618"/>
          </a:xfrm>
          <a:prstGeom prst="triangle">
            <a:avLst>
              <a:gd name="adj" fmla="val 41454"/>
            </a:avLst>
          </a:prstGeom>
          <a:solidFill>
            <a:srgbClr val="8AFA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AD1B3666-497E-429D-8199-F6BB8FA6CBE4}"/>
              </a:ext>
            </a:extLst>
          </p:cNvPr>
          <p:cNvSpPr txBox="1"/>
          <p:nvPr/>
        </p:nvSpPr>
        <p:spPr>
          <a:xfrm rot="16200000">
            <a:off x="7237654" y="4421963"/>
            <a:ext cx="1107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CONTROL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xmlns="" id="{81AF9EEC-DB4E-4723-A3D7-F4E1E32697EB}"/>
              </a:ext>
            </a:extLst>
          </p:cNvPr>
          <p:cNvSpPr txBox="1"/>
          <p:nvPr/>
        </p:nvSpPr>
        <p:spPr>
          <a:xfrm rot="16200000">
            <a:off x="8620702" y="4368444"/>
            <a:ext cx="713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MeJA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27E8BBA2-3527-4EAD-8C1B-B7C2669063F6}"/>
              </a:ext>
            </a:extLst>
          </p:cNvPr>
          <p:cNvSpPr txBox="1"/>
          <p:nvPr/>
        </p:nvSpPr>
        <p:spPr>
          <a:xfrm rot="16200000">
            <a:off x="10032207" y="4370125"/>
            <a:ext cx="430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SA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xmlns="" id="{1E0C2DD9-148B-47F9-95BF-5599ED418A7B}"/>
              </a:ext>
            </a:extLst>
          </p:cNvPr>
          <p:cNvSpPr txBox="1"/>
          <p:nvPr/>
        </p:nvSpPr>
        <p:spPr>
          <a:xfrm>
            <a:off x="5046718" y="747691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Column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BEFC4783-6B9B-407E-BE39-2CDB2D074845}"/>
              </a:ext>
            </a:extLst>
          </p:cNvPr>
          <p:cNvSpPr txBox="1"/>
          <p:nvPr/>
        </p:nvSpPr>
        <p:spPr>
          <a:xfrm>
            <a:off x="7956342" y="229903"/>
            <a:ext cx="256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SPEED: Tape color on top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7DB5A2BF-BAF8-440D-A277-A35B3D9C4D3A}"/>
              </a:ext>
            </a:extLst>
          </p:cNvPr>
          <p:cNvSpPr/>
          <p:nvPr/>
        </p:nvSpPr>
        <p:spPr>
          <a:xfrm>
            <a:off x="6720716" y="152528"/>
            <a:ext cx="4502128" cy="21367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xmlns="" id="{1ACF9B6E-8E92-441F-A5C7-FA8CBC71B987}"/>
              </a:ext>
            </a:extLst>
          </p:cNvPr>
          <p:cNvSpPr/>
          <p:nvPr/>
        </p:nvSpPr>
        <p:spPr>
          <a:xfrm>
            <a:off x="6743415" y="2516668"/>
            <a:ext cx="4502128" cy="40086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5EFC4559-362F-4800-9525-179BE393C48B}"/>
              </a:ext>
            </a:extLst>
          </p:cNvPr>
          <p:cNvSpPr txBox="1"/>
          <p:nvPr/>
        </p:nvSpPr>
        <p:spPr>
          <a:xfrm>
            <a:off x="7801807" y="2666715"/>
            <a:ext cx="2499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TREATMENT: Label color</a:t>
            </a:r>
          </a:p>
        </p:txBody>
      </p:sp>
    </p:spTree>
    <p:extLst>
      <p:ext uri="{BB962C8B-B14F-4D97-AF65-F5344CB8AC3E}">
        <p14:creationId xmlns:p14="http://schemas.microsoft.com/office/powerpoint/2010/main" val="1139390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412483FFC35649B797435CD3F0398D" ma:contentTypeVersion="13" ma:contentTypeDescription="Create a new document." ma:contentTypeScope="" ma:versionID="bc1693a0f8f8a56dd0f8736d468a9701">
  <xsd:schema xmlns:xsd="http://www.w3.org/2001/XMLSchema" xmlns:xs="http://www.w3.org/2001/XMLSchema" xmlns:p="http://schemas.microsoft.com/office/2006/metadata/properties" xmlns:ns2="c547a812-ac17-4a6a-8bd9-a75acfa31021" xmlns:ns3="814e9f69-708b-42d1-b772-2ece2c1b39da" targetNamespace="http://schemas.microsoft.com/office/2006/metadata/properties" ma:root="true" ma:fieldsID="dee7b86f1ea803d04819fbf1cdce97f7" ns2:_="" ns3:_="">
    <xsd:import namespace="c547a812-ac17-4a6a-8bd9-a75acfa31021"/>
    <xsd:import namespace="814e9f69-708b-42d1-b772-2ece2c1b39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47a812-ac17-4a6a-8bd9-a75acfa310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4e9f69-708b-42d1-b772-2ece2c1b39d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DAEB5C-A944-48C6-B473-FCEE21B47EC5}">
  <ds:schemaRefs>
    <ds:schemaRef ds:uri="c547a812-ac17-4a6a-8bd9-a75acfa31021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814e9f69-708b-42d1-b772-2ece2c1b39d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15AAD04-7AEB-427B-9D66-A1902F4214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F13796-7E44-436D-A692-9DD4FD95C4F8}"/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797</Words>
  <Application>Microsoft Office PowerPoint</Application>
  <PresentationFormat>Custom</PresentationFormat>
  <Paragraphs>554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Aragon Gomez, Marcela</dc:creator>
  <cp:lastModifiedBy>pedro</cp:lastModifiedBy>
  <cp:revision>23</cp:revision>
  <cp:lastPrinted>2021-05-26T11:53:52Z</cp:lastPrinted>
  <dcterms:created xsi:type="dcterms:W3CDTF">2021-04-01T08:02:47Z</dcterms:created>
  <dcterms:modified xsi:type="dcterms:W3CDTF">2021-11-12T08:07:29Z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0x0101000E412483FFC35649B797435CD3F0398D</vt:lpwstr>
  </property>
</Properties>
</file>